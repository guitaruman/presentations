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52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0" r:id="rId12"/>
    <p:sldId id="265" r:id="rId13"/>
    <p:sldId id="266" r:id="rId14"/>
    <p:sldId id="267" r:id="rId15"/>
    <p:sldId id="268" r:id="rId16"/>
    <p:sldId id="269" r:id="rId17"/>
    <p:sldId id="270" r:id="rId18"/>
    <p:sldId id="276" r:id="rId19"/>
    <p:sldId id="277" r:id="rId20"/>
    <p:sldId id="278" r:id="rId21"/>
    <p:sldId id="280" r:id="rId22"/>
    <p:sldId id="329" r:id="rId23"/>
    <p:sldId id="281" r:id="rId24"/>
    <p:sldId id="282" r:id="rId25"/>
    <p:sldId id="284" r:id="rId26"/>
    <p:sldId id="286" r:id="rId27"/>
    <p:sldId id="287" r:id="rId28"/>
    <p:sldId id="288" r:id="rId29"/>
    <p:sldId id="304" r:id="rId30"/>
    <p:sldId id="291" r:id="rId31"/>
    <p:sldId id="292" r:id="rId32"/>
    <p:sldId id="293" r:id="rId33"/>
    <p:sldId id="294" r:id="rId34"/>
    <p:sldId id="295" r:id="rId35"/>
    <p:sldId id="306" r:id="rId36"/>
    <p:sldId id="299" r:id="rId37"/>
    <p:sldId id="330" r:id="rId38"/>
    <p:sldId id="297" r:id="rId39"/>
    <p:sldId id="298" r:id="rId40"/>
    <p:sldId id="307" r:id="rId41"/>
    <p:sldId id="308" r:id="rId42"/>
    <p:sldId id="309" r:id="rId43"/>
    <p:sldId id="318" r:id="rId44"/>
    <p:sldId id="331" r:id="rId45"/>
    <p:sldId id="332" r:id="rId46"/>
    <p:sldId id="326" r:id="rId47"/>
    <p:sldId id="323" r:id="rId48"/>
    <p:sldId id="324" r:id="rId49"/>
    <p:sldId id="327" r:id="rId50"/>
    <p:sldId id="328" r:id="rId51"/>
  </p:sldIdLst>
  <p:sldSz cx="12192000" cy="6858000"/>
  <p:notesSz cx="6858000" cy="12192000"/>
  <p:embeddedFontLst>
    <p:embeddedFont>
      <p:font typeface="Cafe24 PRO Slim Air" pitchFamily="2" charset="-127"/>
      <p:regular r:id="rId53"/>
    </p:embeddedFont>
    <p:embeddedFont>
      <p:font typeface="Cafe24 PRO Slim Fit" pitchFamily="2" charset="-127"/>
      <p:regular r:id="rId54"/>
    </p:embeddedFont>
    <p:embeddedFont>
      <p:font typeface="배달의민족 주아" panose="02020603020101020101" pitchFamily="18" charset="-127"/>
      <p:regular r:id="rId55"/>
    </p:embeddedFont>
    <p:embeddedFont>
      <p:font typeface="배달의민족 주아 OTF" panose="02020603020101020101" pitchFamily="18" charset="-127"/>
      <p:regular r:id="rId56"/>
    </p:embeddedFont>
    <p:embeddedFont>
      <p:font typeface="배달의민족 한나는 열한살" panose="020B0600000101010101" pitchFamily="50" charset="-127"/>
      <p:regular r:id="rId57"/>
    </p:embeddedFont>
    <p:embeddedFont>
      <p:font typeface="배달의민족 한나체 Air OTF" panose="020B0600000101010101" pitchFamily="34" charset="-127"/>
      <p:regular r:id="rId58"/>
    </p:embeddedFont>
    <p:embeddedFont>
      <p:font typeface="배달의민족 한나체 Pro" panose="020B0600000101010101" pitchFamily="50" charset="-127"/>
      <p:regular r:id="rId59"/>
    </p:embeddedFont>
    <p:embeddedFont>
      <p:font typeface="배달의민족 한나체 Pro OTF" panose="020B0600000101010101" pitchFamily="34" charset="-127"/>
      <p:regular r:id="rId60"/>
    </p:embeddedFont>
    <p:embeddedFont>
      <p:font typeface="여기어때 잘난체 2" panose="00000500000000000000" pitchFamily="50" charset="-127"/>
      <p:regular r:id="rId61"/>
    </p:embeddedFont>
    <p:embeddedFont>
      <p:font typeface="여기어때 잘난체 2 TTF" pitchFamily="2" charset="-127"/>
      <p:regular r:id="rId62"/>
    </p:embeddedFont>
    <p:embeddedFont>
      <p:font typeface="한컴 말랑말랑 Regular" panose="020F0303000000000000" pitchFamily="50" charset="-127"/>
      <p:regular r:id="rId63"/>
    </p:embeddedFont>
    <p:embeddedFont>
      <p:font typeface="한컴 울주 천전리 각석체" panose="020B0503000000000000" pitchFamily="50" charset="-127"/>
      <p:regular r:id="rId6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032"/>
    <a:srgbClr val="FFF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1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9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7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5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원진" userId="dddee2cd-cb9e-4e65-9703-968af3fb0c0c" providerId="ADAL" clId="{961C14B6-663A-4EAB-88ED-F21E4B2AEE33}"/>
    <pc:docChg chg="undo custSel modSld">
      <pc:chgData name="안원진" userId="dddee2cd-cb9e-4e65-9703-968af3fb0c0c" providerId="ADAL" clId="{961C14B6-663A-4EAB-88ED-F21E4B2AEE33}" dt="2026-09-19T00:06:32.346" v="321" actId="6549"/>
      <pc:docMkLst>
        <pc:docMk/>
      </pc:docMkLst>
      <pc:sldChg chg="modSp mod">
        <pc:chgData name="안원진" userId="dddee2cd-cb9e-4e65-9703-968af3fb0c0c" providerId="ADAL" clId="{961C14B6-663A-4EAB-88ED-F21E4B2AEE33}" dt="2026-09-17T23:35:29.139" v="1" actId="2711"/>
        <pc:sldMkLst>
          <pc:docMk/>
          <pc:sldMk cId="0" sldId="256"/>
        </pc:sldMkLst>
        <pc:spChg chg="mod">
          <ac:chgData name="안원진" userId="dddee2cd-cb9e-4e65-9703-968af3fb0c0c" providerId="ADAL" clId="{961C14B6-663A-4EAB-88ED-F21E4B2AEE33}" dt="2026-09-17T23:35:29.139" v="1" actId="2711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39:23.086" v="13" actId="2711"/>
        <pc:sldMkLst>
          <pc:docMk/>
          <pc:sldMk cId="0" sldId="257"/>
        </pc:sldMkLst>
        <pc:spChg chg="mod">
          <ac:chgData name="안원진" userId="dddee2cd-cb9e-4e65-9703-968af3fb0c0c" providerId="ADAL" clId="{961C14B6-663A-4EAB-88ED-F21E4B2AEE33}" dt="2026-09-17T23:39:23.086" v="13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5:48.257" v="2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6:41.805" v="6" actId="2711"/>
          <ac:spMkLst>
            <pc:docMk/>
            <pc:sldMk cId="0" sldId="257"/>
            <ac:spMk id="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5:57.596" v="4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6:41.805" v="6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6:03.236" v="5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6:41.805" v="6" actId="2711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6:02.309" v="143" actId="2711"/>
        <pc:sldMkLst>
          <pc:docMk/>
          <pc:sldMk cId="0" sldId="259"/>
        </pc:sldMkLst>
        <pc:spChg chg="mod">
          <ac:chgData name="안원진" userId="dddee2cd-cb9e-4e65-9703-968af3fb0c0c" providerId="ADAL" clId="{961C14B6-663A-4EAB-88ED-F21E4B2AEE33}" dt="2026-09-17T23:37:43.963" v="11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11.266" v="8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11.266" v="8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02.309" v="143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11.266" v="8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11.266" v="8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02.309" v="143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11.266" v="8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11.266" v="8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02.309" v="143" actId="2711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1:42.115" v="74" actId="20577"/>
        <pc:sldMkLst>
          <pc:docMk/>
          <pc:sldMk cId="0" sldId="260"/>
        </pc:sldMkLst>
        <pc:spChg chg="mod">
          <ac:chgData name="안원진" userId="dddee2cd-cb9e-4e65-9703-968af3fb0c0c" providerId="ADAL" clId="{961C14B6-663A-4EAB-88ED-F21E4B2AEE33}" dt="2026-09-17T23:51:42.115" v="7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8T00:20:29.846" v="294" actId="20577"/>
        <pc:sldMkLst>
          <pc:docMk/>
          <pc:sldMk cId="0" sldId="261"/>
        </pc:sldMkLst>
        <pc:spChg chg="mod">
          <ac:chgData name="안원진" userId="dddee2cd-cb9e-4e65-9703-968af3fb0c0c" providerId="ADAL" clId="{961C14B6-663A-4EAB-88ED-F21E4B2AEE33}" dt="2026-09-18T00:20:29.846" v="294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9:25.516" v="57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37:57.178" v="12" actId="2711"/>
          <ac:spMkLst>
            <pc:docMk/>
            <pc:sldMk cId="0" sldId="261"/>
            <ac:spMk id="20" creationId="{099AF172-5431-156C-AD46-CD3337DA4B66}"/>
          </ac:spMkLst>
        </pc:spChg>
      </pc:sldChg>
      <pc:sldChg chg="modSp mod">
        <pc:chgData name="안원진" userId="dddee2cd-cb9e-4e65-9703-968af3fb0c0c" providerId="ADAL" clId="{961C14B6-663A-4EAB-88ED-F21E4B2AEE33}" dt="2026-09-17T23:56:08.962" v="145" actId="27636"/>
        <pc:sldMkLst>
          <pc:docMk/>
          <pc:sldMk cId="0" sldId="262"/>
        </pc:sldMkLst>
        <pc:spChg chg="mod">
          <ac:chgData name="안원진" userId="dddee2cd-cb9e-4e65-9703-968af3fb0c0c" providerId="ADAL" clId="{961C14B6-663A-4EAB-88ED-F21E4B2AEE33}" dt="2026-09-17T23:56:08.962" v="145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08.943" v="144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08.943" v="144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9:29.303" v="59" actId="20577"/>
          <ac:spMkLst>
            <pc:docMk/>
            <pc:sldMk cId="0" sldId="262"/>
            <ac:spMk id="16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6:16.445" v="146" actId="2711"/>
        <pc:sldMkLst>
          <pc:docMk/>
          <pc:sldMk cId="0" sldId="263"/>
        </pc:sldMkLst>
        <pc:spChg chg="mod">
          <ac:chgData name="안원진" userId="dddee2cd-cb9e-4e65-9703-968af3fb0c0c" providerId="ADAL" clId="{961C14B6-663A-4EAB-88ED-F21E4B2AEE33}" dt="2026-09-17T23:56:16.445" v="146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16.445" v="146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16.445" v="146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9:32.751" v="61" actId="20577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6:25.896" v="147" actId="2711"/>
        <pc:sldMkLst>
          <pc:docMk/>
          <pc:sldMk cId="0" sldId="265"/>
        </pc:sldMkLst>
        <pc:spChg chg="mod">
          <ac:chgData name="안원진" userId="dddee2cd-cb9e-4e65-9703-968af3fb0c0c" providerId="ADAL" clId="{961C14B6-663A-4EAB-88ED-F21E4B2AEE33}" dt="2026-09-17T23:50:39.486" v="66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1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0:39.486" v="66" actId="2711"/>
          <ac:spMkLst>
            <pc:docMk/>
            <pc:sldMk cId="0" sldId="265"/>
            <ac:spMk id="2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2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0:39.486" v="66" actId="2711"/>
          <ac:spMkLst>
            <pc:docMk/>
            <pc:sldMk cId="0" sldId="265"/>
            <ac:spMk id="2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2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25.896" v="147" actId="2711"/>
          <ac:spMkLst>
            <pc:docMk/>
            <pc:sldMk cId="0" sldId="265"/>
            <ac:spMk id="2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0:39.486" v="66" actId="2711"/>
          <ac:spMkLst>
            <pc:docMk/>
            <pc:sldMk cId="0" sldId="265"/>
            <ac:spMk id="3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1:45.929" v="78" actId="20577"/>
          <ac:spMkLst>
            <pc:docMk/>
            <pc:sldMk cId="0" sldId="265"/>
            <ac:spMk id="32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43:19.026" v="38" actId="207"/>
        <pc:sldMkLst>
          <pc:docMk/>
          <pc:sldMk cId="0" sldId="266"/>
        </pc:sldMkLst>
        <pc:spChg chg="mod">
          <ac:chgData name="안원진" userId="dddee2cd-cb9e-4e65-9703-968af3fb0c0c" providerId="ADAL" clId="{961C14B6-663A-4EAB-88ED-F21E4B2AEE33}" dt="2026-09-17T23:43:19.026" v="38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3:16.674" v="37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8T00:20:56.633" v="299" actId="14100"/>
        <pc:sldMkLst>
          <pc:docMk/>
          <pc:sldMk cId="0" sldId="267"/>
        </pc:sldMkLst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8" v="20" actId="276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0:56.633" v="299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1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2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2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0:19.635" v="18" actId="404"/>
          <ac:spMkLst>
            <pc:docMk/>
            <pc:sldMk cId="0" sldId="267"/>
            <ac:spMk id="3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1:50.776" v="80" actId="20577"/>
          <ac:spMkLst>
            <pc:docMk/>
            <pc:sldMk cId="0" sldId="267"/>
            <ac:spMk id="37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6:32.399" v="148" actId="2711"/>
        <pc:sldMkLst>
          <pc:docMk/>
          <pc:sldMk cId="0" sldId="268"/>
        </pc:sldMkLst>
        <pc:spChg chg="mod">
          <ac:chgData name="안원진" userId="dddee2cd-cb9e-4e65-9703-968af3fb0c0c" providerId="ADAL" clId="{961C14B6-663A-4EAB-88ED-F21E4B2AEE33}" dt="2026-09-17T23:56:32.399" v="148" actId="2711"/>
          <ac:spMkLst>
            <pc:docMk/>
            <pc:sldMk cId="0" sldId="268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32.399" v="148" actId="2711"/>
          <ac:spMkLst>
            <pc:docMk/>
            <pc:sldMk cId="0" sldId="268"/>
            <ac:spMk id="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32.399" v="148" actId="2711"/>
          <ac:spMkLst>
            <pc:docMk/>
            <pc:sldMk cId="0" sldId="268"/>
            <ac:spMk id="1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32.399" v="148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1:53.630" v="82" actId="20577"/>
          <ac:spMkLst>
            <pc:docMk/>
            <pc:sldMk cId="0" sldId="268"/>
            <ac:spMk id="17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7:07.913" v="150" actId="2711"/>
        <pc:sldMkLst>
          <pc:docMk/>
          <pc:sldMk cId="0" sldId="269"/>
        </pc:sldMkLst>
        <pc:graphicFrameChg chg="modGraphic">
          <ac:chgData name="안원진" userId="dddee2cd-cb9e-4e65-9703-968af3fb0c0c" providerId="ADAL" clId="{961C14B6-663A-4EAB-88ED-F21E4B2AEE33}" dt="2026-09-17T23:57:07.913" v="150" actId="2711"/>
          <ac:graphicFrameMkLst>
            <pc:docMk/>
            <pc:sldMk cId="0" sldId="269"/>
            <ac:graphicFrameMk id="3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1:59.057" v="84" actId="20577"/>
        <pc:sldMkLst>
          <pc:docMk/>
          <pc:sldMk cId="0" sldId="270"/>
        </pc:sldMkLst>
        <pc:spChg chg="mod">
          <ac:chgData name="안원진" userId="dddee2cd-cb9e-4e65-9703-968af3fb0c0c" providerId="ADAL" clId="{961C14B6-663A-4EAB-88ED-F21E4B2AEE33}" dt="2026-09-17T23:51:59.057" v="84" actId="20577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8T00:21:09.175" v="300" actId="14100"/>
        <pc:sldMkLst>
          <pc:docMk/>
          <pc:sldMk cId="0" sldId="276"/>
        </pc:sldMkLst>
        <pc:spChg chg="mod">
          <ac:chgData name="안원진" userId="dddee2cd-cb9e-4e65-9703-968af3fb0c0c" providerId="ADAL" clId="{961C14B6-663A-4EAB-88ED-F21E4B2AEE33}" dt="2026-09-17T23:52:04.328" v="88" actId="20577"/>
          <ac:spMkLst>
            <pc:docMk/>
            <pc:sldMk cId="0" sldId="276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1:09.175" v="300" actId="14100"/>
          <ac:spMkLst>
            <pc:docMk/>
            <pc:sldMk cId="0" sldId="276"/>
            <ac:spMk id="7" creationId="{D16AA129-EDD0-F8F9-96BD-B2FCC62F88CA}"/>
          </ac:spMkLst>
        </pc:spChg>
        <pc:graphicFrameChg chg="modGraphic">
          <ac:chgData name="안원진" userId="dddee2cd-cb9e-4e65-9703-968af3fb0c0c" providerId="ADAL" clId="{961C14B6-663A-4EAB-88ED-F21E4B2AEE33}" dt="2026-09-17T23:57:14.325" v="151" actId="2711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2:10.314" v="92" actId="20577"/>
        <pc:sldMkLst>
          <pc:docMk/>
          <pc:sldMk cId="0" sldId="278"/>
        </pc:sldMkLst>
        <pc:spChg chg="mod">
          <ac:chgData name="안원진" userId="dddee2cd-cb9e-4e65-9703-968af3fb0c0c" providerId="ADAL" clId="{961C14B6-663A-4EAB-88ED-F21E4B2AEE33}" dt="2026-09-17T23:52:10.314" v="92" actId="20577"/>
          <ac:spMkLst>
            <pc:docMk/>
            <pc:sldMk cId="0" sldId="278"/>
            <ac:spMk id="37" creationId="{00000000-0000-0000-0000-000000000000}"/>
          </ac:spMkLst>
        </pc:spChg>
        <pc:graphicFrameChg chg="mod modGraphic">
          <ac:chgData name="안원진" userId="dddee2cd-cb9e-4e65-9703-968af3fb0c0c" providerId="ADAL" clId="{961C14B6-663A-4EAB-88ED-F21E4B2AEE33}" dt="2026-09-17T23:51:21.866" v="72" actId="207"/>
          <ac:graphicFrameMkLst>
            <pc:docMk/>
            <pc:sldMk cId="0" sldId="278"/>
            <ac:graphicFrameMk id="40" creationId="{F6CDD562-49D0-968D-BA34-268DBEC8CD45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2:14.724" v="96" actId="20577"/>
        <pc:sldMkLst>
          <pc:docMk/>
          <pc:sldMk cId="0" sldId="280"/>
        </pc:sldMkLst>
        <pc:spChg chg="mod">
          <ac:chgData name="안원진" userId="dddee2cd-cb9e-4e65-9703-968af3fb0c0c" providerId="ADAL" clId="{961C14B6-663A-4EAB-88ED-F21E4B2AEE33}" dt="2026-09-17T23:52:14.724" v="96" actId="20577"/>
          <ac:spMkLst>
            <pc:docMk/>
            <pc:sldMk cId="0" sldId="280"/>
            <ac:spMk id="52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7:29.386" v="153" actId="27636"/>
        <pc:sldMkLst>
          <pc:docMk/>
          <pc:sldMk cId="0" sldId="281"/>
        </pc:sldMkLst>
        <pc:spChg chg="mod">
          <ac:chgData name="안원진" userId="dddee2cd-cb9e-4e65-9703-968af3fb0c0c" providerId="ADAL" clId="{961C14B6-663A-4EAB-88ED-F21E4B2AEE33}" dt="2026-09-17T23:57:29.386" v="153" actId="2763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1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2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7:29.360" v="152" actId="2711"/>
          <ac:spMkLst>
            <pc:docMk/>
            <pc:sldMk cId="0" sldId="281"/>
            <ac:spMk id="3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2:19.768" v="98" actId="20577"/>
          <ac:spMkLst>
            <pc:docMk/>
            <pc:sldMk cId="0" sldId="281"/>
            <ac:spMk id="34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7:36.845" v="154" actId="2711"/>
        <pc:sldMkLst>
          <pc:docMk/>
          <pc:sldMk cId="0" sldId="282"/>
        </pc:sldMkLst>
        <pc:spChg chg="mod">
          <ac:chgData name="안원진" userId="dddee2cd-cb9e-4e65-9703-968af3fb0c0c" providerId="ADAL" clId="{961C14B6-663A-4EAB-88ED-F21E4B2AEE33}" dt="2026-09-17T23:52:24.503" v="100" actId="20577"/>
          <ac:spMkLst>
            <pc:docMk/>
            <pc:sldMk cId="0" sldId="282"/>
            <ac:spMk id="6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7:36.845" v="154" actId="2711"/>
          <ac:graphicFrameMkLst>
            <pc:docMk/>
            <pc:sldMk cId="0" sldId="282"/>
            <ac:graphicFrameMk id="3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7:42.173" v="155" actId="2711"/>
        <pc:sldMkLst>
          <pc:docMk/>
          <pc:sldMk cId="0" sldId="284"/>
        </pc:sldMkLst>
        <pc:spChg chg="mod">
          <ac:chgData name="안원진" userId="dddee2cd-cb9e-4e65-9703-968af3fb0c0c" providerId="ADAL" clId="{961C14B6-663A-4EAB-88ED-F21E4B2AEE33}" dt="2026-09-17T23:52:29.083" v="102" actId="20577"/>
          <ac:spMkLst>
            <pc:docMk/>
            <pc:sldMk cId="0" sldId="284"/>
            <ac:spMk id="6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7:42.173" v="155" actId="2711"/>
          <ac:graphicFrameMkLst>
            <pc:docMk/>
            <pc:sldMk cId="0" sldId="284"/>
            <ac:graphicFrameMk id="3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2:31.766" v="104" actId="20577"/>
        <pc:sldMkLst>
          <pc:docMk/>
          <pc:sldMk cId="0" sldId="286"/>
        </pc:sldMkLst>
        <pc:spChg chg="mod">
          <ac:chgData name="안원진" userId="dddee2cd-cb9e-4e65-9703-968af3fb0c0c" providerId="ADAL" clId="{961C14B6-663A-4EAB-88ED-F21E4B2AEE33}" dt="2026-09-17T23:52:31.766" v="104" actId="20577"/>
          <ac:spMkLst>
            <pc:docMk/>
            <pc:sldMk cId="0" sldId="286"/>
            <ac:spMk id="32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7:50.310" v="157" actId="2711"/>
        <pc:sldMkLst>
          <pc:docMk/>
          <pc:sldMk cId="0" sldId="287"/>
        </pc:sldMkLst>
        <pc:spChg chg="mod">
          <ac:chgData name="안원진" userId="dddee2cd-cb9e-4e65-9703-968af3fb0c0c" providerId="ADAL" clId="{961C14B6-663A-4EAB-88ED-F21E4B2AEE33}" dt="2026-09-17T23:52:36.349" v="106" actId="20577"/>
          <ac:spMkLst>
            <pc:docMk/>
            <pc:sldMk cId="0" sldId="287"/>
            <ac:spMk id="7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7:47.189" v="156" actId="2711"/>
          <ac:graphicFrameMkLst>
            <pc:docMk/>
            <pc:sldMk cId="0" sldId="287"/>
            <ac:graphicFrameMk id="3" creationId="{00000000-0000-0000-0000-000000000000}"/>
          </ac:graphicFrameMkLst>
        </pc:graphicFrameChg>
        <pc:graphicFrameChg chg="modGraphic">
          <ac:chgData name="안원진" userId="dddee2cd-cb9e-4e65-9703-968af3fb0c0c" providerId="ADAL" clId="{961C14B6-663A-4EAB-88ED-F21E4B2AEE33}" dt="2026-09-17T23:57:50.310" v="157" actId="2711"/>
          <ac:graphicFrameMkLst>
            <pc:docMk/>
            <pc:sldMk cId="0" sldId="287"/>
            <ac:graphicFrameMk id="4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7:55.349" v="158" actId="2711"/>
        <pc:sldMkLst>
          <pc:docMk/>
          <pc:sldMk cId="0" sldId="288"/>
        </pc:sldMkLst>
        <pc:spChg chg="mod">
          <ac:chgData name="안원진" userId="dddee2cd-cb9e-4e65-9703-968af3fb0c0c" providerId="ADAL" clId="{961C14B6-663A-4EAB-88ED-F21E4B2AEE33}" dt="2026-09-17T23:52:41.288" v="108" actId="20577"/>
          <ac:spMkLst>
            <pc:docMk/>
            <pc:sldMk cId="0" sldId="288"/>
            <ac:spMk id="6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7:55.349" v="158" actId="2711"/>
          <ac:graphicFrameMkLst>
            <pc:docMk/>
            <pc:sldMk cId="0" sldId="288"/>
            <ac:graphicFrameMk id="3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8:03.148" v="159" actId="2711"/>
        <pc:sldMkLst>
          <pc:docMk/>
          <pc:sldMk cId="0" sldId="291"/>
        </pc:sldMkLst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8:03.148" v="159" actId="2711"/>
          <ac:spMkLst>
            <pc:docMk/>
            <pc:sldMk cId="0" sldId="291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8:03.148" v="159" actId="2711"/>
          <ac:spMkLst>
            <pc:docMk/>
            <pc:sldMk cId="0" sldId="291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1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8:03.148" v="159" actId="2711"/>
          <ac:spMkLst>
            <pc:docMk/>
            <pc:sldMk cId="0" sldId="291"/>
            <ac:spMk id="1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4:49.014" v="41" actId="2711"/>
          <ac:spMkLst>
            <pc:docMk/>
            <pc:sldMk cId="0" sldId="291"/>
            <ac:spMk id="1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8:03.148" v="159" actId="2711"/>
          <ac:spMkLst>
            <pc:docMk/>
            <pc:sldMk cId="0" sldId="291"/>
            <ac:spMk id="1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2:48.831" v="112" actId="20577"/>
          <ac:spMkLst>
            <pc:docMk/>
            <pc:sldMk cId="0" sldId="291"/>
            <ac:spMk id="21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8:09.254" v="160" actId="2711"/>
        <pc:sldMkLst>
          <pc:docMk/>
          <pc:sldMk cId="0" sldId="292"/>
        </pc:sldMkLst>
        <pc:spChg chg="mod">
          <ac:chgData name="안원진" userId="dddee2cd-cb9e-4e65-9703-968af3fb0c0c" providerId="ADAL" clId="{961C14B6-663A-4EAB-88ED-F21E4B2AEE33}" dt="2026-09-17T23:52:52.135" v="114" actId="20577"/>
          <ac:spMkLst>
            <pc:docMk/>
            <pc:sldMk cId="0" sldId="292"/>
            <ac:spMk id="14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8:09.254" v="160" actId="2711"/>
          <ac:graphicFrameMkLst>
            <pc:docMk/>
            <pc:sldMk cId="0" sldId="292"/>
            <ac:graphicFrameMk id="11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8:13.205" v="161" actId="2711"/>
        <pc:sldMkLst>
          <pc:docMk/>
          <pc:sldMk cId="0" sldId="293"/>
        </pc:sldMkLst>
        <pc:spChg chg="mod">
          <ac:chgData name="안원진" userId="dddee2cd-cb9e-4e65-9703-968af3fb0c0c" providerId="ADAL" clId="{961C14B6-663A-4EAB-88ED-F21E4B2AEE33}" dt="2026-09-17T23:52:54.918" v="116" actId="20577"/>
          <ac:spMkLst>
            <pc:docMk/>
            <pc:sldMk cId="0" sldId="293"/>
            <ac:spMk id="22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8:13.205" v="161" actId="2711"/>
          <ac:graphicFrameMkLst>
            <pc:docMk/>
            <pc:sldMk cId="0" sldId="293"/>
            <ac:graphicFrameMk id="19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8:39.173" v="165" actId="207"/>
        <pc:sldMkLst>
          <pc:docMk/>
          <pc:sldMk cId="0" sldId="294"/>
        </pc:sldMkLst>
        <pc:spChg chg="mod">
          <ac:chgData name="안원진" userId="dddee2cd-cb9e-4e65-9703-968af3fb0c0c" providerId="ADAL" clId="{961C14B6-663A-4EAB-88ED-F21E4B2AEE33}" dt="2026-09-17T23:52:58.587" v="118" actId="20577"/>
          <ac:spMkLst>
            <pc:docMk/>
            <pc:sldMk cId="0" sldId="294"/>
            <ac:spMk id="22" creationId="{00000000-0000-0000-0000-000000000000}"/>
          </ac:spMkLst>
        </pc:spChg>
        <pc:graphicFrameChg chg="modGraphic">
          <ac:chgData name="안원진" userId="dddee2cd-cb9e-4e65-9703-968af3fb0c0c" providerId="ADAL" clId="{961C14B6-663A-4EAB-88ED-F21E4B2AEE33}" dt="2026-09-17T23:58:39.173" v="165" actId="207"/>
          <ac:graphicFrameMkLst>
            <pc:docMk/>
            <pc:sldMk cId="0" sldId="294"/>
            <ac:graphicFrameMk id="19" creationId="{00000000-0000-0000-0000-000000000000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8T00:21:39.300" v="308" actId="1036"/>
        <pc:sldMkLst>
          <pc:docMk/>
          <pc:sldMk cId="0" sldId="295"/>
        </pc:sldMkLst>
        <pc:spChg chg="mod">
          <ac:chgData name="안원진" userId="dddee2cd-cb9e-4e65-9703-968af3fb0c0c" providerId="ADAL" clId="{961C14B6-663A-4EAB-88ED-F21E4B2AEE33}" dt="2026-09-17T23:53:01.437" v="120" actId="20577"/>
          <ac:spMkLst>
            <pc:docMk/>
            <pc:sldMk cId="0" sldId="295"/>
            <ac:spMk id="3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6:54.704" v="45" actId="14100"/>
          <ac:spMkLst>
            <pc:docMk/>
            <pc:sldMk cId="0" sldId="295"/>
            <ac:spMk id="70" creationId="{CE9A0D11-4B99-6291-398C-36B0700E72A8}"/>
          </ac:spMkLst>
        </pc:spChg>
        <pc:spChg chg="mod">
          <ac:chgData name="안원진" userId="dddee2cd-cb9e-4e65-9703-968af3fb0c0c" providerId="ADAL" clId="{961C14B6-663A-4EAB-88ED-F21E4B2AEE33}" dt="2026-09-17T23:47:12.786" v="48" actId="403"/>
          <ac:spMkLst>
            <pc:docMk/>
            <pc:sldMk cId="0" sldId="295"/>
            <ac:spMk id="75" creationId="{02B38CAF-9909-B9F7-DCAF-374755E8AC8B}"/>
          </ac:spMkLst>
        </pc:spChg>
        <pc:spChg chg="mod">
          <ac:chgData name="안원진" userId="dddee2cd-cb9e-4e65-9703-968af3fb0c0c" providerId="ADAL" clId="{961C14B6-663A-4EAB-88ED-F21E4B2AEE33}" dt="2026-09-17T23:46:49.052" v="43" actId="2711"/>
          <ac:spMkLst>
            <pc:docMk/>
            <pc:sldMk cId="0" sldId="295"/>
            <ac:spMk id="85" creationId="{56E44A84-65F7-1B11-E9F2-1532CDBCAB8D}"/>
          </ac:spMkLst>
        </pc:spChg>
        <pc:grpChg chg="mod">
          <ac:chgData name="안원진" userId="dddee2cd-cb9e-4e65-9703-968af3fb0c0c" providerId="ADAL" clId="{961C14B6-663A-4EAB-88ED-F21E4B2AEE33}" dt="2026-09-18T00:21:39.300" v="308" actId="1036"/>
          <ac:grpSpMkLst>
            <pc:docMk/>
            <pc:sldMk cId="0" sldId="295"/>
            <ac:grpSpMk id="72" creationId="{655D566C-92F4-917F-2AFA-EC0891CD888D}"/>
          </ac:grpSpMkLst>
        </pc:grpChg>
      </pc:sldChg>
      <pc:sldChg chg="modSp mod">
        <pc:chgData name="안원진" userId="dddee2cd-cb9e-4e65-9703-968af3fb0c0c" providerId="ADAL" clId="{961C14B6-663A-4EAB-88ED-F21E4B2AEE33}" dt="2026-09-17T23:53:21.899" v="128" actId="20577"/>
        <pc:sldMkLst>
          <pc:docMk/>
          <pc:sldMk cId="0" sldId="297"/>
        </pc:sldMkLst>
        <pc:spChg chg="mod">
          <ac:chgData name="안원진" userId="dddee2cd-cb9e-4e65-9703-968af3fb0c0c" providerId="ADAL" clId="{961C14B6-663A-4EAB-88ED-F21E4B2AEE33}" dt="2026-09-17T23:47:51.664" v="53" actId="14100"/>
          <ac:spMkLst>
            <pc:docMk/>
            <pc:sldMk cId="0" sldId="297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47:43.007" v="52" actId="6549"/>
          <ac:spMkLst>
            <pc:docMk/>
            <pc:sldMk cId="0" sldId="297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3:21.899" v="128" actId="20577"/>
          <ac:spMkLst>
            <pc:docMk/>
            <pc:sldMk cId="0" sldId="297"/>
            <ac:spMk id="14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8T00:22:54.063" v="315" actId="14100"/>
        <pc:sldMkLst>
          <pc:docMk/>
          <pc:sldMk cId="0" sldId="298"/>
        </pc:sldMkLst>
        <pc:spChg chg="mod">
          <ac:chgData name="안원진" userId="dddee2cd-cb9e-4e65-9703-968af3fb0c0c" providerId="ADAL" clId="{961C14B6-663A-4EAB-88ED-F21E4B2AEE33}" dt="2026-09-18T00:22:23.211" v="310" actId="255"/>
          <ac:spMkLst>
            <pc:docMk/>
            <pc:sldMk cId="0" sldId="298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23.211" v="310" actId="255"/>
          <ac:spMkLst>
            <pc:docMk/>
            <pc:sldMk cId="0" sldId="298"/>
            <ac:spMk id="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23.211" v="310" actId="255"/>
          <ac:spMkLst>
            <pc:docMk/>
            <pc:sldMk cId="0" sldId="298"/>
            <ac:spMk id="1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23.211" v="310" actId="255"/>
          <ac:spMkLst>
            <pc:docMk/>
            <pc:sldMk cId="0" sldId="298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23.211" v="310" actId="255"/>
          <ac:spMkLst>
            <pc:docMk/>
            <pc:sldMk cId="0" sldId="298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23.211" v="310" actId="255"/>
          <ac:spMkLst>
            <pc:docMk/>
            <pc:sldMk cId="0" sldId="298"/>
            <ac:spMk id="1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42.874" v="314" actId="255"/>
          <ac:spMkLst>
            <pc:docMk/>
            <pc:sldMk cId="0" sldId="298"/>
            <ac:spMk id="2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42.874" v="314" actId="255"/>
          <ac:spMkLst>
            <pc:docMk/>
            <pc:sldMk cId="0" sldId="298"/>
            <ac:spMk id="2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42.874" v="314" actId="255"/>
          <ac:spMkLst>
            <pc:docMk/>
            <pc:sldMk cId="0" sldId="298"/>
            <ac:spMk id="2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42.874" v="314" actId="255"/>
          <ac:spMkLst>
            <pc:docMk/>
            <pc:sldMk cId="0" sldId="298"/>
            <ac:spMk id="3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54.063" v="315" actId="14100"/>
          <ac:spMkLst>
            <pc:docMk/>
            <pc:sldMk cId="0" sldId="298"/>
            <ac:spMk id="3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22:42.874" v="314" actId="255"/>
          <ac:spMkLst>
            <pc:docMk/>
            <pc:sldMk cId="0" sldId="298"/>
            <ac:spMk id="3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3:25.656" v="130" actId="20577"/>
          <ac:spMkLst>
            <pc:docMk/>
            <pc:sldMk cId="0" sldId="298"/>
            <ac:spMk id="38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6:52.406" v="149" actId="2711"/>
        <pc:sldMkLst>
          <pc:docMk/>
          <pc:sldMk cId="0" sldId="304"/>
        </pc:sldMkLst>
        <pc:spChg chg="mod">
          <ac:chgData name="안원진" userId="dddee2cd-cb9e-4e65-9703-968af3fb0c0c" providerId="ADAL" clId="{961C14B6-663A-4EAB-88ED-F21E4B2AEE33}" dt="2026-09-17T23:56:52.406" v="149" actId="2711"/>
          <ac:spMkLst>
            <pc:docMk/>
            <pc:sldMk cId="0" sldId="304"/>
            <ac:spMk id="2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52.406" v="149" actId="2711"/>
          <ac:spMkLst>
            <pc:docMk/>
            <pc:sldMk cId="0" sldId="304"/>
            <ac:spMk id="29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6:52.406" v="149" actId="2711"/>
          <ac:spMkLst>
            <pc:docMk/>
            <pc:sldMk cId="0" sldId="304"/>
            <ac:spMk id="33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2:44.898" v="110" actId="20577"/>
          <ac:spMkLst>
            <pc:docMk/>
            <pc:sldMk cId="0" sldId="304"/>
            <ac:spMk id="37" creationId="{00000000-0000-0000-0000-000000000000}"/>
          </ac:spMkLst>
        </pc:spChg>
      </pc:sldChg>
      <pc:sldChg chg="addSp modSp mod">
        <pc:chgData name="안원진" userId="dddee2cd-cb9e-4e65-9703-968af3fb0c0c" providerId="ADAL" clId="{961C14B6-663A-4EAB-88ED-F21E4B2AEE33}" dt="2026-09-17T23:59:07.189" v="168" actId="2711"/>
        <pc:sldMkLst>
          <pc:docMk/>
          <pc:sldMk cId="0" sldId="306"/>
        </pc:sldMkLst>
        <pc:spChg chg="add mod">
          <ac:chgData name="안원진" userId="dddee2cd-cb9e-4e65-9703-968af3fb0c0c" providerId="ADAL" clId="{961C14B6-663A-4EAB-88ED-F21E4B2AEE33}" dt="2026-09-17T23:53:11.565" v="123" actId="20577"/>
          <ac:spMkLst>
            <pc:docMk/>
            <pc:sldMk cId="0" sldId="306"/>
            <ac:spMk id="4" creationId="{652B4496-F379-3C6A-CC8F-73B103D412BF}"/>
          </ac:spMkLst>
        </pc:spChg>
        <pc:spChg chg="mod">
          <ac:chgData name="안원진" userId="dddee2cd-cb9e-4e65-9703-968af3fb0c0c" providerId="ADAL" clId="{961C14B6-663A-4EAB-88ED-F21E4B2AEE33}" dt="2026-09-17T23:58:50.711" v="166" actId="2711"/>
          <ac:spMkLst>
            <pc:docMk/>
            <pc:sldMk cId="0" sldId="306"/>
            <ac:spMk id="46" creationId="{E2A6D040-7929-7A14-3098-356E16765F11}"/>
          </ac:spMkLst>
        </pc:spChg>
        <pc:spChg chg="mod">
          <ac:chgData name="안원진" userId="dddee2cd-cb9e-4e65-9703-968af3fb0c0c" providerId="ADAL" clId="{961C14B6-663A-4EAB-88ED-F21E4B2AEE33}" dt="2026-09-17T23:58:50.711" v="166" actId="2711"/>
          <ac:spMkLst>
            <pc:docMk/>
            <pc:sldMk cId="0" sldId="306"/>
            <ac:spMk id="62" creationId="{6D8BDFA2-7785-3270-42B9-765FFA1880E6}"/>
          </ac:spMkLst>
        </pc:spChg>
        <pc:spChg chg="mod">
          <ac:chgData name="안원진" userId="dddee2cd-cb9e-4e65-9703-968af3fb0c0c" providerId="ADAL" clId="{961C14B6-663A-4EAB-88ED-F21E4B2AEE33}" dt="2026-09-17T23:58:50.711" v="166" actId="2711"/>
          <ac:spMkLst>
            <pc:docMk/>
            <pc:sldMk cId="0" sldId="306"/>
            <ac:spMk id="78" creationId="{04B0BDED-9104-F6BF-2066-B6919CB73B83}"/>
          </ac:spMkLst>
        </pc:spChg>
        <pc:spChg chg="mod">
          <ac:chgData name="안원진" userId="dddee2cd-cb9e-4e65-9703-968af3fb0c0c" providerId="ADAL" clId="{961C14B6-663A-4EAB-88ED-F21E4B2AEE33}" dt="2026-09-17T23:58:50.711" v="166" actId="2711"/>
          <ac:spMkLst>
            <pc:docMk/>
            <pc:sldMk cId="0" sldId="306"/>
            <ac:spMk id="94" creationId="{8028272F-39A6-EC68-9E6B-F9B6ADF859E7}"/>
          </ac:spMkLst>
        </pc:spChg>
        <pc:spChg chg="mod">
          <ac:chgData name="안원진" userId="dddee2cd-cb9e-4e65-9703-968af3fb0c0c" providerId="ADAL" clId="{961C14B6-663A-4EAB-88ED-F21E4B2AEE33}" dt="2026-09-17T23:58:50.711" v="166" actId="2711"/>
          <ac:spMkLst>
            <pc:docMk/>
            <pc:sldMk cId="0" sldId="306"/>
            <ac:spMk id="110" creationId="{271DB470-BAC4-F140-2F5B-47549A97A06B}"/>
          </ac:spMkLst>
        </pc:spChg>
        <pc:spChg chg="mod">
          <ac:chgData name="안원진" userId="dddee2cd-cb9e-4e65-9703-968af3fb0c0c" providerId="ADAL" clId="{961C14B6-663A-4EAB-88ED-F21E4B2AEE33}" dt="2026-09-17T23:59:07.189" v="168" actId="2711"/>
          <ac:spMkLst>
            <pc:docMk/>
            <pc:sldMk cId="0" sldId="306"/>
            <ac:spMk id="111" creationId="{BC05AC8F-F460-A8FC-3E8B-D5FC0D102709}"/>
          </ac:spMkLst>
        </pc:spChg>
      </pc:sldChg>
      <pc:sldChg chg="modSp mod">
        <pc:chgData name="안원진" userId="dddee2cd-cb9e-4e65-9703-968af3fb0c0c" providerId="ADAL" clId="{961C14B6-663A-4EAB-88ED-F21E4B2AEE33}" dt="2026-09-17T23:59:50.390" v="175" actId="2711"/>
        <pc:sldMkLst>
          <pc:docMk/>
          <pc:sldMk cId="0" sldId="308"/>
        </pc:sldMkLst>
        <pc:spChg chg="mod">
          <ac:chgData name="안원진" userId="dddee2cd-cb9e-4e65-9703-968af3fb0c0c" providerId="ADAL" clId="{961C14B6-663A-4EAB-88ED-F21E4B2AEE33}" dt="2026-09-17T23:59:40.098" v="174" actId="14100"/>
          <ac:spMkLst>
            <pc:docMk/>
            <pc:sldMk cId="0" sldId="308"/>
            <ac:spMk id="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9:26.820" v="171" actId="14100"/>
          <ac:spMkLst>
            <pc:docMk/>
            <pc:sldMk cId="0" sldId="308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9:26.820" v="171" actId="14100"/>
          <ac:spMkLst>
            <pc:docMk/>
            <pc:sldMk cId="0" sldId="308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9:26.820" v="171" actId="14100"/>
          <ac:spMkLst>
            <pc:docMk/>
            <pc:sldMk cId="0" sldId="308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9:50.390" v="175" actId="2711"/>
          <ac:spMkLst>
            <pc:docMk/>
            <pc:sldMk cId="0" sldId="308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9:50.390" v="175" actId="2711"/>
          <ac:spMkLst>
            <pc:docMk/>
            <pc:sldMk cId="0" sldId="308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3:30.781" v="132" actId="20577"/>
          <ac:spMkLst>
            <pc:docMk/>
            <pc:sldMk cId="0" sldId="308"/>
            <ac:spMk id="19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9:56.430" v="176" actId="2711"/>
        <pc:sldMkLst>
          <pc:docMk/>
          <pc:sldMk cId="0" sldId="309"/>
        </pc:sldMkLst>
        <pc:graphicFrameChg chg="modGraphic">
          <ac:chgData name="안원진" userId="dddee2cd-cb9e-4e65-9703-968af3fb0c0c" providerId="ADAL" clId="{961C14B6-663A-4EAB-88ED-F21E4B2AEE33}" dt="2026-09-17T23:59:56.430" v="176" actId="2711"/>
          <ac:graphicFrameMkLst>
            <pc:docMk/>
            <pc:sldMk cId="0" sldId="309"/>
            <ac:graphicFrameMk id="34" creationId="{32966F53-E646-4F2F-73C8-6382EBD4E8A8}"/>
          </ac:graphicFrameMkLst>
        </pc:graphicFrameChg>
      </pc:sldChg>
      <pc:sldChg chg="modSp mod">
        <pc:chgData name="안원진" userId="dddee2cd-cb9e-4e65-9703-968af3fb0c0c" providerId="ADAL" clId="{961C14B6-663A-4EAB-88ED-F21E4B2AEE33}" dt="2026-09-17T23:53:35.712" v="134" actId="20577"/>
        <pc:sldMkLst>
          <pc:docMk/>
          <pc:sldMk cId="0" sldId="318"/>
        </pc:sldMkLst>
        <pc:spChg chg="mod">
          <ac:chgData name="안원진" userId="dddee2cd-cb9e-4e65-9703-968af3fb0c0c" providerId="ADAL" clId="{961C14B6-663A-4EAB-88ED-F21E4B2AEE33}" dt="2026-09-17T23:53:35.712" v="134" actId="20577"/>
          <ac:spMkLst>
            <pc:docMk/>
            <pc:sldMk cId="0" sldId="318"/>
            <ac:spMk id="25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3:52.567" v="140" actId="20577"/>
        <pc:sldMkLst>
          <pc:docMk/>
          <pc:sldMk cId="0" sldId="323"/>
        </pc:sldMkLst>
        <pc:spChg chg="mod">
          <ac:chgData name="안원진" userId="dddee2cd-cb9e-4e65-9703-968af3fb0c0c" providerId="ADAL" clId="{961C14B6-663A-4EAB-88ED-F21E4B2AEE33}" dt="2026-09-17T23:53:52.567" v="140" actId="20577"/>
          <ac:spMkLst>
            <pc:docMk/>
            <pc:sldMk cId="0" sldId="323"/>
            <ac:spMk id="15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9T00:06:32.346" v="321" actId="6549"/>
        <pc:sldMkLst>
          <pc:docMk/>
          <pc:sldMk cId="0" sldId="324"/>
        </pc:sldMkLst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10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12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9T00:06:32.346" v="321" actId="6549"/>
          <ac:spMkLst>
            <pc:docMk/>
            <pc:sldMk cId="0" sldId="324"/>
            <ac:spMk id="1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16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29.482" v="179" actId="2711"/>
          <ac:spMkLst>
            <pc:docMk/>
            <pc:sldMk cId="0" sldId="324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3:55.810" v="142" actId="20577"/>
          <ac:spMkLst>
            <pc:docMk/>
            <pc:sldMk cId="0" sldId="324"/>
            <ac:spMk id="21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8T00:00:18.960" v="178" actId="14100"/>
        <pc:sldMkLst>
          <pc:docMk/>
          <pc:sldMk cId="0" sldId="326"/>
        </pc:sldMkLst>
        <pc:spChg chg="mod">
          <ac:chgData name="안원진" userId="dddee2cd-cb9e-4e65-9703-968af3fb0c0c" providerId="ADAL" clId="{961C14B6-663A-4EAB-88ED-F21E4B2AEE33}" dt="2026-09-18T00:00:11.232" v="177" actId="2711"/>
          <ac:spMkLst>
            <pc:docMk/>
            <pc:sldMk cId="0" sldId="326"/>
            <ac:spMk id="5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11.232" v="177" actId="2711"/>
          <ac:spMkLst>
            <pc:docMk/>
            <pc:sldMk cId="0" sldId="326"/>
            <ac:spMk id="8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11.232" v="177" actId="2711"/>
          <ac:spMkLst>
            <pc:docMk/>
            <pc:sldMk cId="0" sldId="326"/>
            <ac:spMk id="11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11.232" v="177" actId="2711"/>
          <ac:spMkLst>
            <pc:docMk/>
            <pc:sldMk cId="0" sldId="326"/>
            <ac:spMk id="14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8T00:00:18.960" v="178" actId="14100"/>
          <ac:spMkLst>
            <pc:docMk/>
            <pc:sldMk cId="0" sldId="326"/>
            <ac:spMk id="17" creationId="{00000000-0000-0000-0000-000000000000}"/>
          </ac:spMkLst>
        </pc:spChg>
        <pc:spChg chg="mod">
          <ac:chgData name="안원진" userId="dddee2cd-cb9e-4e65-9703-968af3fb0c0c" providerId="ADAL" clId="{961C14B6-663A-4EAB-88ED-F21E4B2AEE33}" dt="2026-09-17T23:53:49.115" v="138" actId="20577"/>
          <ac:spMkLst>
            <pc:docMk/>
            <pc:sldMk cId="0" sldId="326"/>
            <ac:spMk id="19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41:40.463" v="24" actId="207"/>
        <pc:sldMkLst>
          <pc:docMk/>
          <pc:sldMk cId="0" sldId="327"/>
        </pc:sldMkLst>
        <pc:spChg chg="mod">
          <ac:chgData name="안원진" userId="dddee2cd-cb9e-4e65-9703-968af3fb0c0c" providerId="ADAL" clId="{961C14B6-663A-4EAB-88ED-F21E4B2AEE33}" dt="2026-09-17T23:41:40.463" v="24" actId="207"/>
          <ac:spMkLst>
            <pc:docMk/>
            <pc:sldMk cId="0" sldId="327"/>
            <ac:spMk id="3" creationId="{00000000-0000-0000-0000-000000000000}"/>
          </ac:spMkLst>
        </pc:spChg>
      </pc:sldChg>
      <pc:sldChg chg="modSp mod">
        <pc:chgData name="안원진" userId="dddee2cd-cb9e-4e65-9703-968af3fb0c0c" providerId="ADAL" clId="{961C14B6-663A-4EAB-88ED-F21E4B2AEE33}" dt="2026-09-17T23:53:16.632" v="124" actId="20577"/>
        <pc:sldMkLst>
          <pc:docMk/>
          <pc:sldMk cId="1991641905" sldId="330"/>
        </pc:sldMkLst>
        <pc:spChg chg="mod">
          <ac:chgData name="안원진" userId="dddee2cd-cb9e-4e65-9703-968af3fb0c0c" providerId="ADAL" clId="{961C14B6-663A-4EAB-88ED-F21E4B2AEE33}" dt="2026-09-17T23:53:16.632" v="124" actId="20577"/>
          <ac:spMkLst>
            <pc:docMk/>
            <pc:sldMk cId="1991641905" sldId="330"/>
            <ac:spMk id="14" creationId="{35153E2F-D5E2-6666-EF87-16B2898CCA45}"/>
          </ac:spMkLst>
        </pc:spChg>
      </pc:sldChg>
      <pc:sldChg chg="modSp mod">
        <pc:chgData name="안원진" userId="dddee2cd-cb9e-4e65-9703-968af3fb0c0c" providerId="ADAL" clId="{961C14B6-663A-4EAB-88ED-F21E4B2AEE33}" dt="2026-09-17T23:53:45.275" v="136" actId="20577"/>
        <pc:sldMkLst>
          <pc:docMk/>
          <pc:sldMk cId="3880450685" sldId="332"/>
        </pc:sldMkLst>
        <pc:spChg chg="mod">
          <ac:chgData name="안원진" userId="dddee2cd-cb9e-4e65-9703-968af3fb0c0c" providerId="ADAL" clId="{961C14B6-663A-4EAB-88ED-F21E4B2AEE33}" dt="2026-09-17T23:48:40.914" v="55" actId="207"/>
          <ac:spMkLst>
            <pc:docMk/>
            <pc:sldMk cId="3880450685" sldId="332"/>
            <ac:spMk id="23" creationId="{675FCA76-7054-6B36-A880-1F5A2124D614}"/>
          </ac:spMkLst>
        </pc:spChg>
        <pc:spChg chg="mod">
          <ac:chgData name="안원진" userId="dddee2cd-cb9e-4e65-9703-968af3fb0c0c" providerId="ADAL" clId="{961C14B6-663A-4EAB-88ED-F21E4B2AEE33}" dt="2026-09-17T23:53:45.275" v="136" actId="20577"/>
          <ac:spMkLst>
            <pc:docMk/>
            <pc:sldMk cId="3880450685" sldId="332"/>
            <ac:spMk id="25" creationId="{84863152-786C-29B0-770F-413318746A3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인원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삼성전자</c:v>
                </c:pt>
                <c:pt idx="1">
                  <c:v>SK하이닉스</c:v>
                </c:pt>
                <c:pt idx="2">
                  <c:v>현대자동차</c:v>
                </c:pt>
                <c:pt idx="3">
                  <c:v>삼성SDI</c:v>
                </c:pt>
                <c:pt idx="4">
                  <c:v>LG전자</c:v>
                </c:pt>
                <c:pt idx="5">
                  <c:v>LG디스플레이</c:v>
                </c:pt>
                <c:pt idx="6">
                  <c:v>LG유플러스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450</c:v>
                </c:pt>
                <c:pt idx="1">
                  <c:v>110</c:v>
                </c:pt>
                <c:pt idx="2">
                  <c:v>50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D3-4E59-B20A-534A2FD5DA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53925983"/>
        <c:axId val="2023077136"/>
      </c:barChart>
      <c:catAx>
        <c:axId val="1153925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23077136"/>
        <c:crosses val="autoZero"/>
        <c:auto val="1"/>
        <c:lblAlgn val="ctr"/>
        <c:lblOffset val="100"/>
        <c:noMultiLvlLbl val="0"/>
      </c:catAx>
      <c:valAx>
        <c:axId val="202307713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5392598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dTable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모집 시기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805-41DA-AFDC-57B473423903}"/>
              </c:ext>
            </c:extLst>
          </c:dPt>
          <c:dPt>
            <c:idx val="1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805-41DA-AFDC-57B473423903}"/>
              </c:ext>
            </c:extLst>
          </c:dPt>
          <c:cat>
            <c:strRef>
              <c:f>Sheet1!$A$2:$A$3</c:f>
              <c:strCache>
                <c:ptCount val="2"/>
                <c:pt idx="0">
                  <c:v>수시</c:v>
                </c:pt>
                <c:pt idx="1">
                  <c:v>정시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80.8</c:v>
                </c:pt>
                <c:pt idx="1">
                  <c:v>19.2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05-41DA-AFDC-57B473423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0F6541-5869-4898-BCE4-554524B3B27B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CCDBFD8B-E4FD-4866-86AF-2A23D910BEAC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en-US" altLang="ko-KR" sz="2000" dirty="0">
              <a:solidFill>
                <a:schemeClr val="tx1"/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 </a:t>
          </a:r>
          <a:r>
            <a:rPr lang="ko-KR" altLang="en-US" sz="2000" dirty="0">
              <a:solidFill>
                <a:schemeClr val="accent2">
                  <a:lumMod val="75000"/>
                </a:schemeClr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적성과 흥미</a:t>
          </a:r>
          <a:r>
            <a:rPr lang="ko-KR" altLang="en-US" sz="2000" dirty="0">
              <a:solidFill>
                <a:schemeClr val="tx1"/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에 따른 진로 및 희망 전공 파악</a:t>
          </a:r>
        </a:p>
      </dgm:t>
    </dgm:pt>
    <dgm:pt modelId="{EB1815C3-1032-4051-835B-52EFC96855ED}" type="parTrans" cxnId="{9C9B73F4-81EE-40A0-9915-4D909B5BAE64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81266E0C-D0EC-45B1-9C8B-A4485E9A2CB4}" type="sibTrans" cxnId="{9C9B73F4-81EE-40A0-9915-4D909B5BAE64}">
      <dgm:prSet/>
      <dgm:spPr>
        <a:ln>
          <a:solidFill>
            <a:schemeClr val="accent2">
              <a:lumMod val="40000"/>
              <a:lumOff val="60000"/>
            </a:schemeClr>
          </a:solidFill>
        </a:ln>
      </dgm:spPr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40C27E46-54C0-4AE3-8E2A-B88B5F085E8C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해당 진로 및 전공의 비전 파악</a:t>
          </a:r>
        </a:p>
      </dgm:t>
    </dgm:pt>
    <dgm:pt modelId="{26D1263D-7CF5-4D55-BE26-51C7A093561C}" type="parTrans" cxnId="{29C2088F-DD1F-4699-9984-EC53D9097C9E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BCDB473A-4A94-41F0-A0B7-2BC38FBBCB13}" type="sibTrans" cxnId="{29C2088F-DD1F-4699-9984-EC53D9097C9E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445B4DCB-EF35-4239-9856-E0AB3171500C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수능 과목 고려</a:t>
          </a:r>
        </a:p>
      </dgm:t>
    </dgm:pt>
    <dgm:pt modelId="{FD16E504-03AF-43BE-998F-4852B7D80372}" type="parTrans" cxnId="{751D37E9-91C8-4A43-A40F-8D88FDFD6C01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66CE91CE-3B24-4C78-B25C-95B14E61F819}" type="sibTrans" cxnId="{751D37E9-91C8-4A43-A40F-8D88FDFD6C01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4BFBA4D7-1B89-4B25-B0D2-BCED71B2175B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대학</a:t>
          </a:r>
          <a:r>
            <a:rPr lang="en-US" altLang="ko-KR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/</a:t>
          </a:r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학과별 </a:t>
          </a:r>
          <a:r>
            <a:rPr lang="ko-KR" altLang="en-US" sz="2000" dirty="0">
              <a:solidFill>
                <a:schemeClr val="accent2">
                  <a:lumMod val="75000"/>
                </a:schemeClr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권장 과목</a:t>
          </a:r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 확인</a:t>
          </a:r>
        </a:p>
      </dgm:t>
    </dgm:pt>
    <dgm:pt modelId="{048A5176-0C62-4AE2-863C-B0A1CAF448B4}" type="parTrans" cxnId="{AE7EC15C-CBD1-4052-A417-B68BFB0D987E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A6394BD9-3B0F-46EE-905A-B56218CB1088}" type="sibTrans" cxnId="{AE7EC15C-CBD1-4052-A417-B68BFB0D987E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2008924E-065F-4DC5-8A89-BD5475C2314A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000" dirty="0">
              <a:solidFill>
                <a:schemeClr val="accent2">
                  <a:lumMod val="75000"/>
                </a:schemeClr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우리 학교의 교육과정</a:t>
          </a:r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 확인</a:t>
          </a:r>
        </a:p>
      </dgm:t>
    </dgm:pt>
    <dgm:pt modelId="{FEF1E753-CA65-4FCA-9E25-2C8BA6D180C6}" type="parTrans" cxnId="{79F1DB7D-2618-48A7-AA93-29CE984384B6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CAE8228D-67A9-4A9B-8D0F-BF9E1046BB61}" type="sibTrans" cxnId="{79F1DB7D-2618-48A7-AA93-29CE984384B6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65C467AD-74BD-4991-97E1-313990C6C2D7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학년</a:t>
          </a:r>
          <a:r>
            <a:rPr lang="en-US" altLang="ko-KR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/</a:t>
          </a:r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학기별 선택 과목 설계</a:t>
          </a:r>
        </a:p>
      </dgm:t>
    </dgm:pt>
    <dgm:pt modelId="{0554153A-D26B-4E69-9E18-657BF25D3E18}" type="parTrans" cxnId="{1F37AEBE-F74C-4BA1-AC6D-22DEB4F53A67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6CC613CD-6178-47B1-BB81-C302CA5837AD}" type="sibTrans" cxnId="{1F37AEBE-F74C-4BA1-AC6D-22DEB4F53A67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A11F2AA4-AB15-453B-AE4B-C80F1763A6D2}">
      <dgm:prSet phldrT="[텍스트]" custT="1"/>
      <dgm:spPr>
        <a:noFill/>
        <a:ln>
          <a:noFill/>
        </a:ln>
      </dgm:spPr>
      <dgm:t>
        <a:bodyPr/>
        <a:lstStyle/>
        <a:p>
          <a:pPr latinLnBrk="1"/>
          <a:r>
            <a:rPr lang="ko-KR" altLang="en-US" sz="20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학교 미개설 과목 이수를 위한 방안 탐색</a:t>
          </a:r>
        </a:p>
      </dgm:t>
    </dgm:pt>
    <dgm:pt modelId="{8F9711F5-91B1-4FA9-8AD6-AD3BBCDF59BE}" type="parTrans" cxnId="{48421E3A-CB63-451E-90AA-13D723FF0AEB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22D5D817-C561-45F8-8D5D-F660FC176EB8}" type="sibTrans" cxnId="{48421E3A-CB63-451E-90AA-13D723FF0AEB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3677D3A7-CC07-43B0-AE75-D31A3DD15DF3}">
      <dgm:prSet phldrT="[텍스트]"/>
      <dgm:spPr/>
      <dgm:t>
        <a:bodyPr/>
        <a:lstStyle/>
        <a:p>
          <a:pPr latinLnBrk="1"/>
          <a:endParaRPr lang="ko-KR" altLang="en-US" sz="2000" dirty="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154CEB98-4A35-4C8E-B9A7-88AD1DCA19EA}" type="parTrans" cxnId="{3D823B52-DCE2-4714-BFE6-EB5BCCC63C13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07E9EE87-0583-4D76-ADB0-D3D71A273ECD}" type="sibTrans" cxnId="{3D823B52-DCE2-4714-BFE6-EB5BCCC63C13}">
      <dgm:prSet/>
      <dgm:spPr/>
      <dgm:t>
        <a:bodyPr/>
        <a:lstStyle/>
        <a:p>
          <a:pPr latinLnBrk="1"/>
          <a:endParaRPr lang="ko-KR" altLang="en-US" sz="2000">
            <a:latin typeface="한컴 울주 천전리 각석체" panose="020B0503000000000000" pitchFamily="50" charset="-127"/>
            <a:ea typeface="한컴 울주 천전리 각석체" panose="020B0503000000000000" pitchFamily="50" charset="-127"/>
          </a:endParaRPr>
        </a:p>
      </dgm:t>
    </dgm:pt>
    <dgm:pt modelId="{4D6F0742-C36C-4D57-AB90-9D24AF505469}" type="pres">
      <dgm:prSet presAssocID="{EC0F6541-5869-4898-BCE4-554524B3B27B}" presName="Name0" presStyleCnt="0">
        <dgm:presLayoutVars>
          <dgm:chMax val="7"/>
          <dgm:chPref val="7"/>
          <dgm:dir/>
        </dgm:presLayoutVars>
      </dgm:prSet>
      <dgm:spPr/>
    </dgm:pt>
    <dgm:pt modelId="{0FDD39A8-BEA7-4457-8635-A638A7B71EB2}" type="pres">
      <dgm:prSet presAssocID="{EC0F6541-5869-4898-BCE4-554524B3B27B}" presName="Name1" presStyleCnt="0"/>
      <dgm:spPr/>
    </dgm:pt>
    <dgm:pt modelId="{DA89C1F3-6C5E-400F-A8F9-DDCDC25642DA}" type="pres">
      <dgm:prSet presAssocID="{EC0F6541-5869-4898-BCE4-554524B3B27B}" presName="cycle" presStyleCnt="0"/>
      <dgm:spPr/>
    </dgm:pt>
    <dgm:pt modelId="{525E3B29-9E39-4982-A3D3-AA2DA169A796}" type="pres">
      <dgm:prSet presAssocID="{EC0F6541-5869-4898-BCE4-554524B3B27B}" presName="srcNode" presStyleLbl="node1" presStyleIdx="0" presStyleCnt="7"/>
      <dgm:spPr/>
    </dgm:pt>
    <dgm:pt modelId="{269F7C07-1277-4DB3-9FB1-A2A51B13253C}" type="pres">
      <dgm:prSet presAssocID="{EC0F6541-5869-4898-BCE4-554524B3B27B}" presName="conn" presStyleLbl="parChTrans1D2" presStyleIdx="0" presStyleCnt="1"/>
      <dgm:spPr/>
    </dgm:pt>
    <dgm:pt modelId="{9546C150-E3BC-4C7F-A8C8-395743799338}" type="pres">
      <dgm:prSet presAssocID="{EC0F6541-5869-4898-BCE4-554524B3B27B}" presName="extraNode" presStyleLbl="node1" presStyleIdx="0" presStyleCnt="7"/>
      <dgm:spPr/>
    </dgm:pt>
    <dgm:pt modelId="{E232D684-7B80-4D3C-95FF-1DD694C2FDE1}" type="pres">
      <dgm:prSet presAssocID="{EC0F6541-5869-4898-BCE4-554524B3B27B}" presName="dstNode" presStyleLbl="node1" presStyleIdx="0" presStyleCnt="7"/>
      <dgm:spPr/>
    </dgm:pt>
    <dgm:pt modelId="{EC8CAF47-76E8-4D12-9E96-D074FE0D7AA3}" type="pres">
      <dgm:prSet presAssocID="{CCDBFD8B-E4FD-4866-86AF-2A23D910BEAC}" presName="text_1" presStyleLbl="node1" presStyleIdx="0" presStyleCnt="7">
        <dgm:presLayoutVars>
          <dgm:bulletEnabled val="1"/>
        </dgm:presLayoutVars>
      </dgm:prSet>
      <dgm:spPr/>
    </dgm:pt>
    <dgm:pt modelId="{ABF0477B-2E1B-4114-B4EA-071A90DD1F6D}" type="pres">
      <dgm:prSet presAssocID="{CCDBFD8B-E4FD-4866-86AF-2A23D910BEAC}" presName="accent_1" presStyleCnt="0"/>
      <dgm:spPr/>
    </dgm:pt>
    <dgm:pt modelId="{3035FC5F-2808-4B8D-BEC2-5F5971267C19}" type="pres">
      <dgm:prSet presAssocID="{CCDBFD8B-E4FD-4866-86AF-2A23D910BEAC}" presName="accentRepeatNode" presStyleLbl="solidFgAcc1" presStyleIdx="0" presStyleCnt="7"/>
      <dgm:spPr>
        <a:noFill/>
        <a:ln>
          <a:noFill/>
        </a:ln>
      </dgm:spPr>
    </dgm:pt>
    <dgm:pt modelId="{8FF089B5-11BA-41E8-AEA6-90F68BB97BB0}" type="pres">
      <dgm:prSet presAssocID="{40C27E46-54C0-4AE3-8E2A-B88B5F085E8C}" presName="text_2" presStyleLbl="node1" presStyleIdx="1" presStyleCnt="7">
        <dgm:presLayoutVars>
          <dgm:bulletEnabled val="1"/>
        </dgm:presLayoutVars>
      </dgm:prSet>
      <dgm:spPr/>
    </dgm:pt>
    <dgm:pt modelId="{22CD48E6-19E8-40FE-A4FD-532C8137C768}" type="pres">
      <dgm:prSet presAssocID="{40C27E46-54C0-4AE3-8E2A-B88B5F085E8C}" presName="accent_2" presStyleCnt="0"/>
      <dgm:spPr/>
    </dgm:pt>
    <dgm:pt modelId="{F71CE9FA-77D3-4082-8287-B4A9C3DB669C}" type="pres">
      <dgm:prSet presAssocID="{40C27E46-54C0-4AE3-8E2A-B88B5F085E8C}" presName="accentRepeatNode" presStyleLbl="solidFgAcc1" presStyleIdx="1" presStyleCnt="7"/>
      <dgm:spPr>
        <a:noFill/>
        <a:ln>
          <a:noFill/>
        </a:ln>
      </dgm:spPr>
    </dgm:pt>
    <dgm:pt modelId="{710E25EB-15F1-45CC-A1AC-9917A28ADB19}" type="pres">
      <dgm:prSet presAssocID="{4BFBA4D7-1B89-4B25-B0D2-BCED71B2175B}" presName="text_3" presStyleLbl="node1" presStyleIdx="2" presStyleCnt="7">
        <dgm:presLayoutVars>
          <dgm:bulletEnabled val="1"/>
        </dgm:presLayoutVars>
      </dgm:prSet>
      <dgm:spPr/>
    </dgm:pt>
    <dgm:pt modelId="{1ECA1EF2-187B-4365-96D2-7CE61C55FC07}" type="pres">
      <dgm:prSet presAssocID="{4BFBA4D7-1B89-4B25-B0D2-BCED71B2175B}" presName="accent_3" presStyleCnt="0"/>
      <dgm:spPr/>
    </dgm:pt>
    <dgm:pt modelId="{89C32C09-DD19-4361-9F71-005B8C5DF75C}" type="pres">
      <dgm:prSet presAssocID="{4BFBA4D7-1B89-4B25-B0D2-BCED71B2175B}" presName="accentRepeatNode" presStyleLbl="solidFgAcc1" presStyleIdx="2" presStyleCnt="7"/>
      <dgm:spPr>
        <a:noFill/>
        <a:ln>
          <a:noFill/>
        </a:ln>
      </dgm:spPr>
    </dgm:pt>
    <dgm:pt modelId="{4B7B36A3-A7EE-420B-81E0-113FDACC8935}" type="pres">
      <dgm:prSet presAssocID="{445B4DCB-EF35-4239-9856-E0AB3171500C}" presName="text_4" presStyleLbl="node1" presStyleIdx="3" presStyleCnt="7">
        <dgm:presLayoutVars>
          <dgm:bulletEnabled val="1"/>
        </dgm:presLayoutVars>
      </dgm:prSet>
      <dgm:spPr/>
    </dgm:pt>
    <dgm:pt modelId="{EA6A4327-55A2-4EDC-823D-1F00EA3A609D}" type="pres">
      <dgm:prSet presAssocID="{445B4DCB-EF35-4239-9856-E0AB3171500C}" presName="accent_4" presStyleCnt="0"/>
      <dgm:spPr/>
    </dgm:pt>
    <dgm:pt modelId="{5C032180-17A0-4C80-A881-A9494CDAFB59}" type="pres">
      <dgm:prSet presAssocID="{445B4DCB-EF35-4239-9856-E0AB3171500C}" presName="accentRepeatNode" presStyleLbl="solidFgAcc1" presStyleIdx="3" presStyleCnt="7"/>
      <dgm:spPr>
        <a:noFill/>
        <a:ln>
          <a:noFill/>
        </a:ln>
      </dgm:spPr>
    </dgm:pt>
    <dgm:pt modelId="{953E1405-CDAE-4CC8-A1D3-0D08FD9E4AB6}" type="pres">
      <dgm:prSet presAssocID="{2008924E-065F-4DC5-8A89-BD5475C2314A}" presName="text_5" presStyleLbl="node1" presStyleIdx="4" presStyleCnt="7">
        <dgm:presLayoutVars>
          <dgm:bulletEnabled val="1"/>
        </dgm:presLayoutVars>
      </dgm:prSet>
      <dgm:spPr/>
    </dgm:pt>
    <dgm:pt modelId="{50F2C564-14AA-4747-AA1C-63101A8D4B28}" type="pres">
      <dgm:prSet presAssocID="{2008924E-065F-4DC5-8A89-BD5475C2314A}" presName="accent_5" presStyleCnt="0"/>
      <dgm:spPr/>
    </dgm:pt>
    <dgm:pt modelId="{F207DA0D-9873-4EFB-83BA-AABCA9C5509D}" type="pres">
      <dgm:prSet presAssocID="{2008924E-065F-4DC5-8A89-BD5475C2314A}" presName="accentRepeatNode" presStyleLbl="solidFgAcc1" presStyleIdx="4" presStyleCnt="7"/>
      <dgm:spPr>
        <a:noFill/>
        <a:ln>
          <a:noFill/>
        </a:ln>
      </dgm:spPr>
    </dgm:pt>
    <dgm:pt modelId="{249E202D-84B6-41CD-B6CF-927B9F8EA705}" type="pres">
      <dgm:prSet presAssocID="{65C467AD-74BD-4991-97E1-313990C6C2D7}" presName="text_6" presStyleLbl="node1" presStyleIdx="5" presStyleCnt="7">
        <dgm:presLayoutVars>
          <dgm:bulletEnabled val="1"/>
        </dgm:presLayoutVars>
      </dgm:prSet>
      <dgm:spPr/>
    </dgm:pt>
    <dgm:pt modelId="{0D3B8033-336E-4A16-B56D-8510C5A8A7AC}" type="pres">
      <dgm:prSet presAssocID="{65C467AD-74BD-4991-97E1-313990C6C2D7}" presName="accent_6" presStyleCnt="0"/>
      <dgm:spPr/>
    </dgm:pt>
    <dgm:pt modelId="{4BDD8D24-B6C9-48A8-B634-EFD037A216CB}" type="pres">
      <dgm:prSet presAssocID="{65C467AD-74BD-4991-97E1-313990C6C2D7}" presName="accentRepeatNode" presStyleLbl="solidFgAcc1" presStyleIdx="5" presStyleCnt="7"/>
      <dgm:spPr>
        <a:noFill/>
        <a:ln>
          <a:noFill/>
        </a:ln>
      </dgm:spPr>
    </dgm:pt>
    <dgm:pt modelId="{F0DF726E-8E8B-452A-924F-F4FAF3E010B5}" type="pres">
      <dgm:prSet presAssocID="{A11F2AA4-AB15-453B-AE4B-C80F1763A6D2}" presName="text_7" presStyleLbl="node1" presStyleIdx="6" presStyleCnt="7">
        <dgm:presLayoutVars>
          <dgm:bulletEnabled val="1"/>
        </dgm:presLayoutVars>
      </dgm:prSet>
      <dgm:spPr/>
    </dgm:pt>
    <dgm:pt modelId="{E87C0FEE-3D15-4A19-9CF2-183ED3E6819B}" type="pres">
      <dgm:prSet presAssocID="{A11F2AA4-AB15-453B-AE4B-C80F1763A6D2}" presName="accent_7" presStyleCnt="0"/>
      <dgm:spPr/>
    </dgm:pt>
    <dgm:pt modelId="{09BC1113-C4A0-4AEE-A4D8-3D64C32B9658}" type="pres">
      <dgm:prSet presAssocID="{A11F2AA4-AB15-453B-AE4B-C80F1763A6D2}" presName="accentRepeatNode" presStyleLbl="solidFgAcc1" presStyleIdx="6" presStyleCnt="7"/>
      <dgm:spPr>
        <a:noFill/>
        <a:ln>
          <a:noFill/>
        </a:ln>
      </dgm:spPr>
    </dgm:pt>
  </dgm:ptLst>
  <dgm:cxnLst>
    <dgm:cxn modelId="{BFAB1213-852D-4A62-83B4-E7F08737A501}" type="presOf" srcId="{CCDBFD8B-E4FD-4866-86AF-2A23D910BEAC}" destId="{EC8CAF47-76E8-4D12-9E96-D074FE0D7AA3}" srcOrd="0" destOrd="0" presId="urn:microsoft.com/office/officeart/2008/layout/VerticalCurvedList"/>
    <dgm:cxn modelId="{BCA8D91C-58DE-437C-825C-2B164DEC1911}" type="presOf" srcId="{2008924E-065F-4DC5-8A89-BD5475C2314A}" destId="{953E1405-CDAE-4CC8-A1D3-0D08FD9E4AB6}" srcOrd="0" destOrd="0" presId="urn:microsoft.com/office/officeart/2008/layout/VerticalCurvedList"/>
    <dgm:cxn modelId="{0A90992E-A8C1-43ED-A521-2910BC6EDDA5}" type="presOf" srcId="{40C27E46-54C0-4AE3-8E2A-B88B5F085E8C}" destId="{8FF089B5-11BA-41E8-AEA6-90F68BB97BB0}" srcOrd="0" destOrd="0" presId="urn:microsoft.com/office/officeart/2008/layout/VerticalCurvedList"/>
    <dgm:cxn modelId="{48421E3A-CB63-451E-90AA-13D723FF0AEB}" srcId="{EC0F6541-5869-4898-BCE4-554524B3B27B}" destId="{A11F2AA4-AB15-453B-AE4B-C80F1763A6D2}" srcOrd="6" destOrd="0" parTransId="{8F9711F5-91B1-4FA9-8AD6-AD3BBCDF59BE}" sibTransId="{22D5D817-C561-45F8-8D5D-F660FC176EB8}"/>
    <dgm:cxn modelId="{AE7EC15C-CBD1-4052-A417-B68BFB0D987E}" srcId="{EC0F6541-5869-4898-BCE4-554524B3B27B}" destId="{4BFBA4D7-1B89-4B25-B0D2-BCED71B2175B}" srcOrd="2" destOrd="0" parTransId="{048A5176-0C62-4AE2-863C-B0A1CAF448B4}" sibTransId="{A6394BD9-3B0F-46EE-905A-B56218CB1088}"/>
    <dgm:cxn modelId="{3D823B52-DCE2-4714-BFE6-EB5BCCC63C13}" srcId="{EC0F6541-5869-4898-BCE4-554524B3B27B}" destId="{3677D3A7-CC07-43B0-AE75-D31A3DD15DF3}" srcOrd="7" destOrd="0" parTransId="{154CEB98-4A35-4C8E-B9A7-88AD1DCA19EA}" sibTransId="{07E9EE87-0583-4D76-ADB0-D3D71A273ECD}"/>
    <dgm:cxn modelId="{79F1DB7D-2618-48A7-AA93-29CE984384B6}" srcId="{EC0F6541-5869-4898-BCE4-554524B3B27B}" destId="{2008924E-065F-4DC5-8A89-BD5475C2314A}" srcOrd="4" destOrd="0" parTransId="{FEF1E753-CA65-4FCA-9E25-2C8BA6D180C6}" sibTransId="{CAE8228D-67A9-4A9B-8D0F-BF9E1046BB61}"/>
    <dgm:cxn modelId="{1FF8EB7F-74A5-4F4B-9021-579910454782}" type="presOf" srcId="{65C467AD-74BD-4991-97E1-313990C6C2D7}" destId="{249E202D-84B6-41CD-B6CF-927B9F8EA705}" srcOrd="0" destOrd="0" presId="urn:microsoft.com/office/officeart/2008/layout/VerticalCurvedList"/>
    <dgm:cxn modelId="{06F51888-9BC2-4E69-940B-7BF1F8E3EF22}" type="presOf" srcId="{4BFBA4D7-1B89-4B25-B0D2-BCED71B2175B}" destId="{710E25EB-15F1-45CC-A1AC-9917A28ADB19}" srcOrd="0" destOrd="0" presId="urn:microsoft.com/office/officeart/2008/layout/VerticalCurvedList"/>
    <dgm:cxn modelId="{309FB88B-EDA2-41BF-84B0-E7477A22F875}" type="presOf" srcId="{EC0F6541-5869-4898-BCE4-554524B3B27B}" destId="{4D6F0742-C36C-4D57-AB90-9D24AF505469}" srcOrd="0" destOrd="0" presId="urn:microsoft.com/office/officeart/2008/layout/VerticalCurvedList"/>
    <dgm:cxn modelId="{29C2088F-DD1F-4699-9984-EC53D9097C9E}" srcId="{EC0F6541-5869-4898-BCE4-554524B3B27B}" destId="{40C27E46-54C0-4AE3-8E2A-B88B5F085E8C}" srcOrd="1" destOrd="0" parTransId="{26D1263D-7CF5-4D55-BE26-51C7A093561C}" sibTransId="{BCDB473A-4A94-41F0-A0B7-2BC38FBBCB13}"/>
    <dgm:cxn modelId="{1F37AEBE-F74C-4BA1-AC6D-22DEB4F53A67}" srcId="{EC0F6541-5869-4898-BCE4-554524B3B27B}" destId="{65C467AD-74BD-4991-97E1-313990C6C2D7}" srcOrd="5" destOrd="0" parTransId="{0554153A-D26B-4E69-9E18-657BF25D3E18}" sibTransId="{6CC613CD-6178-47B1-BB81-C302CA5837AD}"/>
    <dgm:cxn modelId="{751D37E9-91C8-4A43-A40F-8D88FDFD6C01}" srcId="{EC0F6541-5869-4898-BCE4-554524B3B27B}" destId="{445B4DCB-EF35-4239-9856-E0AB3171500C}" srcOrd="3" destOrd="0" parTransId="{FD16E504-03AF-43BE-998F-4852B7D80372}" sibTransId="{66CE91CE-3B24-4C78-B25C-95B14E61F819}"/>
    <dgm:cxn modelId="{3B923FEB-7661-40F9-B47B-5C3BB34CFEF3}" type="presOf" srcId="{A11F2AA4-AB15-453B-AE4B-C80F1763A6D2}" destId="{F0DF726E-8E8B-452A-924F-F4FAF3E010B5}" srcOrd="0" destOrd="0" presId="urn:microsoft.com/office/officeart/2008/layout/VerticalCurvedList"/>
    <dgm:cxn modelId="{787EC0EF-0F4A-4180-8E57-1BACFAEB59A7}" type="presOf" srcId="{445B4DCB-EF35-4239-9856-E0AB3171500C}" destId="{4B7B36A3-A7EE-420B-81E0-113FDACC8935}" srcOrd="0" destOrd="0" presId="urn:microsoft.com/office/officeart/2008/layout/VerticalCurvedList"/>
    <dgm:cxn modelId="{43D5DFF0-6E4B-4192-9AD0-C139E17F9535}" type="presOf" srcId="{81266E0C-D0EC-45B1-9C8B-A4485E9A2CB4}" destId="{269F7C07-1277-4DB3-9FB1-A2A51B13253C}" srcOrd="0" destOrd="0" presId="urn:microsoft.com/office/officeart/2008/layout/VerticalCurvedList"/>
    <dgm:cxn modelId="{9C9B73F4-81EE-40A0-9915-4D909B5BAE64}" srcId="{EC0F6541-5869-4898-BCE4-554524B3B27B}" destId="{CCDBFD8B-E4FD-4866-86AF-2A23D910BEAC}" srcOrd="0" destOrd="0" parTransId="{EB1815C3-1032-4051-835B-52EFC96855ED}" sibTransId="{81266E0C-D0EC-45B1-9C8B-A4485E9A2CB4}"/>
    <dgm:cxn modelId="{3D8E19D8-DEED-4B4B-903E-8AFE0A65937D}" type="presParOf" srcId="{4D6F0742-C36C-4D57-AB90-9D24AF505469}" destId="{0FDD39A8-BEA7-4457-8635-A638A7B71EB2}" srcOrd="0" destOrd="0" presId="urn:microsoft.com/office/officeart/2008/layout/VerticalCurvedList"/>
    <dgm:cxn modelId="{B9CB10DF-B5B1-4153-907C-FE43755E6383}" type="presParOf" srcId="{0FDD39A8-BEA7-4457-8635-A638A7B71EB2}" destId="{DA89C1F3-6C5E-400F-A8F9-DDCDC25642DA}" srcOrd="0" destOrd="0" presId="urn:microsoft.com/office/officeart/2008/layout/VerticalCurvedList"/>
    <dgm:cxn modelId="{3BCCD4E1-38E4-4D9F-A839-8EDD6E133C8E}" type="presParOf" srcId="{DA89C1F3-6C5E-400F-A8F9-DDCDC25642DA}" destId="{525E3B29-9E39-4982-A3D3-AA2DA169A796}" srcOrd="0" destOrd="0" presId="urn:microsoft.com/office/officeart/2008/layout/VerticalCurvedList"/>
    <dgm:cxn modelId="{792413EE-D44A-4788-827C-8D567318B711}" type="presParOf" srcId="{DA89C1F3-6C5E-400F-A8F9-DDCDC25642DA}" destId="{269F7C07-1277-4DB3-9FB1-A2A51B13253C}" srcOrd="1" destOrd="0" presId="urn:microsoft.com/office/officeart/2008/layout/VerticalCurvedList"/>
    <dgm:cxn modelId="{5DF57CDA-CE4A-4FD0-8DC9-935E2D82D365}" type="presParOf" srcId="{DA89C1F3-6C5E-400F-A8F9-DDCDC25642DA}" destId="{9546C150-E3BC-4C7F-A8C8-395743799338}" srcOrd="2" destOrd="0" presId="urn:microsoft.com/office/officeart/2008/layout/VerticalCurvedList"/>
    <dgm:cxn modelId="{C7119502-6182-4A35-AD84-BA551CC45D2F}" type="presParOf" srcId="{DA89C1F3-6C5E-400F-A8F9-DDCDC25642DA}" destId="{E232D684-7B80-4D3C-95FF-1DD694C2FDE1}" srcOrd="3" destOrd="0" presId="urn:microsoft.com/office/officeart/2008/layout/VerticalCurvedList"/>
    <dgm:cxn modelId="{8D91AB52-C01A-45CB-A6DA-798510895631}" type="presParOf" srcId="{0FDD39A8-BEA7-4457-8635-A638A7B71EB2}" destId="{EC8CAF47-76E8-4D12-9E96-D074FE0D7AA3}" srcOrd="1" destOrd="0" presId="urn:microsoft.com/office/officeart/2008/layout/VerticalCurvedList"/>
    <dgm:cxn modelId="{407E9A00-7300-4CCA-8DF3-3D4BDA1A115D}" type="presParOf" srcId="{0FDD39A8-BEA7-4457-8635-A638A7B71EB2}" destId="{ABF0477B-2E1B-4114-B4EA-071A90DD1F6D}" srcOrd="2" destOrd="0" presId="urn:microsoft.com/office/officeart/2008/layout/VerticalCurvedList"/>
    <dgm:cxn modelId="{A99F3357-4348-4F8C-821D-DB2A4191E801}" type="presParOf" srcId="{ABF0477B-2E1B-4114-B4EA-071A90DD1F6D}" destId="{3035FC5F-2808-4B8D-BEC2-5F5971267C19}" srcOrd="0" destOrd="0" presId="urn:microsoft.com/office/officeart/2008/layout/VerticalCurvedList"/>
    <dgm:cxn modelId="{D5B113A3-D984-41D9-B2D8-1A53E2D7BFA3}" type="presParOf" srcId="{0FDD39A8-BEA7-4457-8635-A638A7B71EB2}" destId="{8FF089B5-11BA-41E8-AEA6-90F68BB97BB0}" srcOrd="3" destOrd="0" presId="urn:microsoft.com/office/officeart/2008/layout/VerticalCurvedList"/>
    <dgm:cxn modelId="{65FF1538-EFCB-446B-92C9-81D736E92D67}" type="presParOf" srcId="{0FDD39A8-BEA7-4457-8635-A638A7B71EB2}" destId="{22CD48E6-19E8-40FE-A4FD-532C8137C768}" srcOrd="4" destOrd="0" presId="urn:microsoft.com/office/officeart/2008/layout/VerticalCurvedList"/>
    <dgm:cxn modelId="{13DA830B-F619-4664-B0DF-BC1ED4D60ABE}" type="presParOf" srcId="{22CD48E6-19E8-40FE-A4FD-532C8137C768}" destId="{F71CE9FA-77D3-4082-8287-B4A9C3DB669C}" srcOrd="0" destOrd="0" presId="urn:microsoft.com/office/officeart/2008/layout/VerticalCurvedList"/>
    <dgm:cxn modelId="{6CFB5BB3-0795-4CFD-B0C3-07E1BE366158}" type="presParOf" srcId="{0FDD39A8-BEA7-4457-8635-A638A7B71EB2}" destId="{710E25EB-15F1-45CC-A1AC-9917A28ADB19}" srcOrd="5" destOrd="0" presId="urn:microsoft.com/office/officeart/2008/layout/VerticalCurvedList"/>
    <dgm:cxn modelId="{624DF287-B50A-4417-8D2E-3BB98944BCBB}" type="presParOf" srcId="{0FDD39A8-BEA7-4457-8635-A638A7B71EB2}" destId="{1ECA1EF2-187B-4365-96D2-7CE61C55FC07}" srcOrd="6" destOrd="0" presId="urn:microsoft.com/office/officeart/2008/layout/VerticalCurvedList"/>
    <dgm:cxn modelId="{7D46967F-3FB1-41B5-B1EE-92547AB2E742}" type="presParOf" srcId="{1ECA1EF2-187B-4365-96D2-7CE61C55FC07}" destId="{89C32C09-DD19-4361-9F71-005B8C5DF75C}" srcOrd="0" destOrd="0" presId="urn:microsoft.com/office/officeart/2008/layout/VerticalCurvedList"/>
    <dgm:cxn modelId="{69C5C0EC-CBF6-450F-883B-616A0C2E6F01}" type="presParOf" srcId="{0FDD39A8-BEA7-4457-8635-A638A7B71EB2}" destId="{4B7B36A3-A7EE-420B-81E0-113FDACC8935}" srcOrd="7" destOrd="0" presId="urn:microsoft.com/office/officeart/2008/layout/VerticalCurvedList"/>
    <dgm:cxn modelId="{A89B7073-749A-4B2A-9AF0-FC587C0E98D9}" type="presParOf" srcId="{0FDD39A8-BEA7-4457-8635-A638A7B71EB2}" destId="{EA6A4327-55A2-4EDC-823D-1F00EA3A609D}" srcOrd="8" destOrd="0" presId="urn:microsoft.com/office/officeart/2008/layout/VerticalCurvedList"/>
    <dgm:cxn modelId="{BE904F49-B7B8-4BED-B67F-ECF307150C86}" type="presParOf" srcId="{EA6A4327-55A2-4EDC-823D-1F00EA3A609D}" destId="{5C032180-17A0-4C80-A881-A9494CDAFB59}" srcOrd="0" destOrd="0" presId="urn:microsoft.com/office/officeart/2008/layout/VerticalCurvedList"/>
    <dgm:cxn modelId="{30E35444-9950-4D12-B373-C094E54F5AB2}" type="presParOf" srcId="{0FDD39A8-BEA7-4457-8635-A638A7B71EB2}" destId="{953E1405-CDAE-4CC8-A1D3-0D08FD9E4AB6}" srcOrd="9" destOrd="0" presId="urn:microsoft.com/office/officeart/2008/layout/VerticalCurvedList"/>
    <dgm:cxn modelId="{77899A6D-F2D8-4807-B674-A227A3D5CFB2}" type="presParOf" srcId="{0FDD39A8-BEA7-4457-8635-A638A7B71EB2}" destId="{50F2C564-14AA-4747-AA1C-63101A8D4B28}" srcOrd="10" destOrd="0" presId="urn:microsoft.com/office/officeart/2008/layout/VerticalCurvedList"/>
    <dgm:cxn modelId="{31FA4C79-864D-45DA-A067-2F26717F80D1}" type="presParOf" srcId="{50F2C564-14AA-4747-AA1C-63101A8D4B28}" destId="{F207DA0D-9873-4EFB-83BA-AABCA9C5509D}" srcOrd="0" destOrd="0" presId="urn:microsoft.com/office/officeart/2008/layout/VerticalCurvedList"/>
    <dgm:cxn modelId="{9D4F0C79-C901-445C-9C87-99902536F028}" type="presParOf" srcId="{0FDD39A8-BEA7-4457-8635-A638A7B71EB2}" destId="{249E202D-84B6-41CD-B6CF-927B9F8EA705}" srcOrd="11" destOrd="0" presId="urn:microsoft.com/office/officeart/2008/layout/VerticalCurvedList"/>
    <dgm:cxn modelId="{29B8D8CC-F2C9-4491-911A-A1D97CB7B6D4}" type="presParOf" srcId="{0FDD39A8-BEA7-4457-8635-A638A7B71EB2}" destId="{0D3B8033-336E-4A16-B56D-8510C5A8A7AC}" srcOrd="12" destOrd="0" presId="urn:microsoft.com/office/officeart/2008/layout/VerticalCurvedList"/>
    <dgm:cxn modelId="{D1F2416E-0C0B-4353-896D-43E58A68F63C}" type="presParOf" srcId="{0D3B8033-336E-4A16-B56D-8510C5A8A7AC}" destId="{4BDD8D24-B6C9-48A8-B634-EFD037A216CB}" srcOrd="0" destOrd="0" presId="urn:microsoft.com/office/officeart/2008/layout/VerticalCurvedList"/>
    <dgm:cxn modelId="{6FD20735-B659-441A-99D5-45A62CEDBF24}" type="presParOf" srcId="{0FDD39A8-BEA7-4457-8635-A638A7B71EB2}" destId="{F0DF726E-8E8B-452A-924F-F4FAF3E010B5}" srcOrd="13" destOrd="0" presId="urn:microsoft.com/office/officeart/2008/layout/VerticalCurvedList"/>
    <dgm:cxn modelId="{5337F969-AF7D-49B4-8639-E435655D731C}" type="presParOf" srcId="{0FDD39A8-BEA7-4457-8635-A638A7B71EB2}" destId="{E87C0FEE-3D15-4A19-9CF2-183ED3E6819B}" srcOrd="14" destOrd="0" presId="urn:microsoft.com/office/officeart/2008/layout/VerticalCurvedList"/>
    <dgm:cxn modelId="{97E4CE78-6B2D-40A3-BE28-C1634F6041A0}" type="presParOf" srcId="{E87C0FEE-3D15-4A19-9CF2-183ED3E6819B}" destId="{09BC1113-C4A0-4AEE-A4D8-3D64C32B9658}" srcOrd="0" destOrd="0" presId="urn:microsoft.com/office/officeart/2008/layout/VerticalCurvedList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F7C07-1277-4DB3-9FB1-A2A51B13253C}">
      <dsp:nvSpPr>
        <dsp:cNvPr id="0" name=""/>
        <dsp:cNvSpPr/>
      </dsp:nvSpPr>
      <dsp:spPr>
        <a:xfrm>
          <a:off x="-5051015" y="-774127"/>
          <a:ext cx="6017602" cy="6017602"/>
        </a:xfrm>
        <a:prstGeom prst="blockArc">
          <a:avLst>
            <a:gd name="adj1" fmla="val 18900000"/>
            <a:gd name="adj2" fmla="val 2700000"/>
            <a:gd name="adj3" fmla="val 359"/>
          </a:avLst>
        </a:prstGeom>
        <a:noFill/>
        <a:ln w="12700" cap="flat" cmpd="sng" algn="ctr">
          <a:solidFill>
            <a:schemeClr val="accent2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CAF47-76E8-4D12-9E96-D074FE0D7AA3}">
      <dsp:nvSpPr>
        <dsp:cNvPr id="0" name=""/>
        <dsp:cNvSpPr/>
      </dsp:nvSpPr>
      <dsp:spPr>
        <a:xfrm>
          <a:off x="313524" y="203176"/>
          <a:ext cx="6954798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>
              <a:solidFill>
                <a:schemeClr val="tx1"/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 </a:t>
          </a:r>
          <a:r>
            <a:rPr lang="ko-KR" altLang="en-US" sz="2000" kern="1200" dirty="0">
              <a:solidFill>
                <a:schemeClr val="accent2">
                  <a:lumMod val="75000"/>
                </a:schemeClr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적성과 흥미</a:t>
          </a:r>
          <a:r>
            <a:rPr lang="ko-KR" altLang="en-US" sz="2000" kern="1200" dirty="0">
              <a:solidFill>
                <a:schemeClr val="tx1"/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에 따른 진로 및 희망 전공 파악</a:t>
          </a:r>
        </a:p>
      </dsp:txBody>
      <dsp:txXfrm>
        <a:off x="313524" y="203176"/>
        <a:ext cx="6954798" cy="406174"/>
      </dsp:txXfrm>
    </dsp:sp>
    <dsp:sp modelId="{3035FC5F-2808-4B8D-BEC2-5F5971267C19}">
      <dsp:nvSpPr>
        <dsp:cNvPr id="0" name=""/>
        <dsp:cNvSpPr/>
      </dsp:nvSpPr>
      <dsp:spPr>
        <a:xfrm>
          <a:off x="59665" y="152404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089B5-11BA-41E8-AEA6-90F68BB97BB0}">
      <dsp:nvSpPr>
        <dsp:cNvPr id="0" name=""/>
        <dsp:cNvSpPr/>
      </dsp:nvSpPr>
      <dsp:spPr>
        <a:xfrm>
          <a:off x="681351" y="812795"/>
          <a:ext cx="6586971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해당 진로 및 전공의 비전 파악</a:t>
          </a:r>
        </a:p>
      </dsp:txBody>
      <dsp:txXfrm>
        <a:off x="681351" y="812795"/>
        <a:ext cx="6586971" cy="406174"/>
      </dsp:txXfrm>
    </dsp:sp>
    <dsp:sp modelId="{F71CE9FA-77D3-4082-8287-B4A9C3DB669C}">
      <dsp:nvSpPr>
        <dsp:cNvPr id="0" name=""/>
        <dsp:cNvSpPr/>
      </dsp:nvSpPr>
      <dsp:spPr>
        <a:xfrm>
          <a:off x="427493" y="762023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E25EB-15F1-45CC-A1AC-9917A28ADB19}">
      <dsp:nvSpPr>
        <dsp:cNvPr id="0" name=""/>
        <dsp:cNvSpPr/>
      </dsp:nvSpPr>
      <dsp:spPr>
        <a:xfrm>
          <a:off x="882919" y="1421967"/>
          <a:ext cx="6385403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대학</a:t>
          </a:r>
          <a:r>
            <a:rPr lang="en-US" altLang="ko-KR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/</a:t>
          </a: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학과별 </a:t>
          </a:r>
          <a:r>
            <a:rPr lang="ko-KR" altLang="en-US" sz="2000" kern="1200" dirty="0">
              <a:solidFill>
                <a:schemeClr val="accent2">
                  <a:lumMod val="75000"/>
                </a:schemeClr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권장 과목</a:t>
          </a: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 확인</a:t>
          </a:r>
        </a:p>
      </dsp:txBody>
      <dsp:txXfrm>
        <a:off x="882919" y="1421967"/>
        <a:ext cx="6385403" cy="406174"/>
      </dsp:txXfrm>
    </dsp:sp>
    <dsp:sp modelId="{89C32C09-DD19-4361-9F71-005B8C5DF75C}">
      <dsp:nvSpPr>
        <dsp:cNvPr id="0" name=""/>
        <dsp:cNvSpPr/>
      </dsp:nvSpPr>
      <dsp:spPr>
        <a:xfrm>
          <a:off x="629060" y="1371195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B36A3-A7EE-420B-81E0-113FDACC8935}">
      <dsp:nvSpPr>
        <dsp:cNvPr id="0" name=""/>
        <dsp:cNvSpPr/>
      </dsp:nvSpPr>
      <dsp:spPr>
        <a:xfrm>
          <a:off x="947278" y="2031586"/>
          <a:ext cx="6321045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수능 과목 고려</a:t>
          </a:r>
        </a:p>
      </dsp:txBody>
      <dsp:txXfrm>
        <a:off x="947278" y="2031586"/>
        <a:ext cx="6321045" cy="406174"/>
      </dsp:txXfrm>
    </dsp:sp>
    <dsp:sp modelId="{5C032180-17A0-4C80-A881-A9494CDAFB59}">
      <dsp:nvSpPr>
        <dsp:cNvPr id="0" name=""/>
        <dsp:cNvSpPr/>
      </dsp:nvSpPr>
      <dsp:spPr>
        <a:xfrm>
          <a:off x="693419" y="1980814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E1405-CDAE-4CC8-A1D3-0D08FD9E4AB6}">
      <dsp:nvSpPr>
        <dsp:cNvPr id="0" name=""/>
        <dsp:cNvSpPr/>
      </dsp:nvSpPr>
      <dsp:spPr>
        <a:xfrm>
          <a:off x="882919" y="2641205"/>
          <a:ext cx="6385403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solidFill>
                <a:schemeClr val="accent2">
                  <a:lumMod val="75000"/>
                </a:schemeClr>
              </a:solidFill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우리 학교의 교육과정</a:t>
          </a: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 확인</a:t>
          </a:r>
        </a:p>
      </dsp:txBody>
      <dsp:txXfrm>
        <a:off x="882919" y="2641205"/>
        <a:ext cx="6385403" cy="406174"/>
      </dsp:txXfrm>
    </dsp:sp>
    <dsp:sp modelId="{F207DA0D-9873-4EFB-83BA-AABCA9C5509D}">
      <dsp:nvSpPr>
        <dsp:cNvPr id="0" name=""/>
        <dsp:cNvSpPr/>
      </dsp:nvSpPr>
      <dsp:spPr>
        <a:xfrm>
          <a:off x="629060" y="2590433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9E202D-84B6-41CD-B6CF-927B9F8EA705}">
      <dsp:nvSpPr>
        <dsp:cNvPr id="0" name=""/>
        <dsp:cNvSpPr/>
      </dsp:nvSpPr>
      <dsp:spPr>
        <a:xfrm>
          <a:off x="681351" y="3250377"/>
          <a:ext cx="6586971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학년</a:t>
          </a:r>
          <a:r>
            <a:rPr lang="en-US" altLang="ko-KR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/</a:t>
          </a: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학기별 선택 과목 설계</a:t>
          </a:r>
        </a:p>
      </dsp:txBody>
      <dsp:txXfrm>
        <a:off x="681351" y="3250377"/>
        <a:ext cx="6586971" cy="406174"/>
      </dsp:txXfrm>
    </dsp:sp>
    <dsp:sp modelId="{4BDD8D24-B6C9-48A8-B634-EFD037A216CB}">
      <dsp:nvSpPr>
        <dsp:cNvPr id="0" name=""/>
        <dsp:cNvSpPr/>
      </dsp:nvSpPr>
      <dsp:spPr>
        <a:xfrm>
          <a:off x="427493" y="3199605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F726E-8E8B-452A-924F-F4FAF3E010B5}">
      <dsp:nvSpPr>
        <dsp:cNvPr id="0" name=""/>
        <dsp:cNvSpPr/>
      </dsp:nvSpPr>
      <dsp:spPr>
        <a:xfrm>
          <a:off x="313524" y="3859996"/>
          <a:ext cx="6954798" cy="40617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401" tIns="50800" rIns="50800" bIns="508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rPr>
            <a:t>학교 미개설 과목 이수를 위한 방안 탐색</a:t>
          </a:r>
        </a:p>
      </dsp:txBody>
      <dsp:txXfrm>
        <a:off x="313524" y="3859996"/>
        <a:ext cx="6954798" cy="406174"/>
      </dsp:txXfrm>
    </dsp:sp>
    <dsp:sp modelId="{09BC1113-C4A0-4AEE-A4D8-3D64C32B9658}">
      <dsp:nvSpPr>
        <dsp:cNvPr id="0" name=""/>
        <dsp:cNvSpPr/>
      </dsp:nvSpPr>
      <dsp:spPr>
        <a:xfrm>
          <a:off x="59665" y="3809224"/>
          <a:ext cx="507717" cy="50771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154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A474-1445-E6CF-518F-F0B13E71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3C52B-370D-1140-5839-F38E89FF2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5D76C-414C-4F18-74A2-CE03ECC31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7B1CD-AA83-C45F-2292-C6154A3AA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1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87268-3744-F43D-34D8-E03AA878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D062C-6CFE-AB41-AA53-B3D01BF0B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49CE5-22D0-1B08-6C7D-2CB3D2DAA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B92E5-ED86-E44C-E953-AA8628AD0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403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28B9-B55E-C53F-6AF8-3B96D6E2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54C80-CF33-A3F2-60B9-7CAEEE6B0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8F78B-258D-CF38-5228-11327B83D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483C-AC68-28C3-543D-2FE42396B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01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2C48-2E1C-CFF2-EA42-01E0ADA3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7E3F5-B624-A38B-CB0D-C3DE21125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539CE-F09E-400C-742B-3ED84CAEC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0ED69-5DB5-2362-D56F-1EF12F880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085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경상고등학교 SCHOLA PERFECTA"/>
          <p:cNvPicPr>
            <a:picLocks noChangeAspect="1"/>
          </p:cNvPicPr>
          <p:nvPr/>
        </p:nvPicPr>
        <p:blipFill>
          <a:blip r:embed="rId3"/>
          <a:srcRect t="-49649" b="-49649"/>
          <a:stretch/>
        </p:blipFill>
        <p:spPr>
          <a:xfrm>
            <a:off x="695623" y="2096195"/>
            <a:ext cx="3225304" cy="18063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436" y="1939925"/>
            <a:ext cx="10883392" cy="207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64"/>
              </a:lnSpc>
              <a:buNone/>
            </a:pPr>
            <a:r>
              <a:rPr lang="en-US" sz="6300" dirty="0">
                <a:solidFill>
                  <a:srgbClr val="FAF6EE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고교학점제에 따른</a:t>
            </a:r>
            <a:endParaRPr lang="en-US" sz="6300" dirty="0">
              <a:latin typeface="여기어때 잘난체 2 TTF" pitchFamily="2" charset="-127"/>
              <a:ea typeface="여기어때 잘난체 2 TTF" pitchFamily="2" charset="-127"/>
            </a:endParaRPr>
          </a:p>
          <a:p>
            <a:pPr marL="0" indent="0" algn="l">
              <a:lnSpc>
                <a:spcPts val="8064"/>
              </a:lnSpc>
              <a:buNone/>
            </a:pPr>
            <a:r>
              <a:rPr lang="en-US" sz="6300" dirty="0">
                <a:solidFill>
                  <a:srgbClr val="FAF6EE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교육과정 설계의 방향</a:t>
            </a:r>
            <a:endParaRPr lang="en-US" sz="63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pic>
        <p:nvPicPr>
          <p:cNvPr id="4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4933950"/>
            <a:ext cx="1397000" cy="50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5187950"/>
            <a:ext cx="10883392" cy="45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AF6E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교육과정부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812800" y="5690096"/>
            <a:ext cx="1016000" cy="380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A8BCA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안원진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256580" y="285849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kern="0" spc="3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IBM Plex Sans KR" pitchFamily="34" charset="-120"/>
              </a:rPr>
              <a:t>2026 입학설명회 · 1차</a:t>
            </a:r>
            <a:endParaRPr lang="en-US" sz="19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오늘 말씀드릴 세 가지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36936"/>
            <a:ext cx="3363317" cy="2952651"/>
          </a:xfrm>
          <a:prstGeom prst="roundRect">
            <a:avLst>
              <a:gd name="adj" fmla="val 37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73150" y="2119511"/>
            <a:ext cx="293443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73150" y="2614811"/>
            <a:ext cx="2934436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300" dirty="0">
                <a:solidFill>
                  <a:srgbClr val="1F4032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Jua" pitchFamily="34" charset="-120"/>
              </a:rPr>
              <a:t>고교학점제</a:t>
            </a:r>
            <a:endParaRPr lang="en-US" sz="2300" dirty="0"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pic>
        <p:nvPicPr>
          <p:cNvPr id="7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3108821"/>
            <a:ext cx="406400" cy="25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150" y="3273921"/>
            <a:ext cx="293443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제도의 뜻과 이수 기준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운영 절차와 학년별 흐름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2022 개정 교육과정 편제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14242" y="1836936"/>
            <a:ext cx="3363416" cy="2952651"/>
          </a:xfrm>
          <a:prstGeom prst="roundRect">
            <a:avLst>
              <a:gd name="adj" fmla="val 37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671417" y="2119511"/>
            <a:ext cx="293453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671416" y="2614811"/>
            <a:ext cx="3341191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300" dirty="0" err="1">
                <a:solidFill>
                  <a:srgbClr val="1F4032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Jua" pitchFamily="34" charset="-120"/>
              </a:rPr>
              <a:t>사회와</a:t>
            </a:r>
            <a:r>
              <a:rPr lang="en-US" sz="2300" dirty="0">
                <a:solidFill>
                  <a:srgbClr val="1F4032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Jua" pitchFamily="34" charset="-120"/>
              </a:rPr>
              <a:t> </a:t>
            </a:r>
            <a:r>
              <a:rPr lang="en-US" sz="2300" dirty="0" err="1">
                <a:solidFill>
                  <a:srgbClr val="1F4032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Jua" pitchFamily="34" charset="-120"/>
              </a:rPr>
              <a:t>대입</a:t>
            </a:r>
            <a:r>
              <a:rPr lang="en-US" sz="2300" dirty="0">
                <a:solidFill>
                  <a:srgbClr val="1F4032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Jua" pitchFamily="34" charset="-120"/>
              </a:rPr>
              <a:t> 제도의 변화</a:t>
            </a:r>
            <a:endParaRPr lang="en-US" sz="2300" dirty="0"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pic>
        <p:nvPicPr>
          <p:cNvPr id="12" name="Image 1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1417" y="3096121"/>
            <a:ext cx="406400" cy="25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1417" y="3273921"/>
            <a:ext cx="293453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국가전략기술과 첨단학과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2028 대입 모집 인원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내신 5등급제와 2029 대입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12609" y="1836936"/>
            <a:ext cx="3363416" cy="2952651"/>
          </a:xfrm>
          <a:prstGeom prst="roundRect">
            <a:avLst>
              <a:gd name="adj" fmla="val 37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269784" y="2119511"/>
            <a:ext cx="293453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8269784" y="2614811"/>
            <a:ext cx="2934538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300" dirty="0" err="1">
                <a:solidFill>
                  <a:srgbClr val="1F4032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  <a:cs typeface="Jua" pitchFamily="34" charset="-120"/>
              </a:rPr>
              <a:t>경상고</a:t>
            </a:r>
            <a:r>
              <a:rPr lang="en-US" sz="2300" dirty="0">
                <a:solidFill>
                  <a:srgbClr val="1F4032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  <a:cs typeface="Jua" pitchFamily="34" charset="-120"/>
              </a:rPr>
              <a:t> </a:t>
            </a:r>
            <a:r>
              <a:rPr lang="en-US" sz="2300" dirty="0" err="1">
                <a:solidFill>
                  <a:srgbClr val="1F4032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  <a:cs typeface="Jua" pitchFamily="34" charset="-120"/>
              </a:rPr>
              <a:t>교육과정</a:t>
            </a:r>
            <a:endParaRPr lang="en-US" sz="230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pic>
        <p:nvPicPr>
          <p:cNvPr id="17" name="Image 2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69784" y="3077400"/>
            <a:ext cx="406400" cy="25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9784" y="3273921"/>
            <a:ext cx="293453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학교 지정과목과 선택과목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과학중점과정 운영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  <a:p>
            <a:pPr marL="285750" indent="-285750" algn="l">
              <a:lnSpc>
                <a:spcPts val="224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설계를 돕는 상담과 특강</a:t>
            </a:r>
            <a:endParaRPr lang="en-US" sz="1600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6163" y="1371600"/>
            <a:ext cx="1485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8500"/>
              </a:lnSpc>
              <a:buNone/>
            </a:pPr>
            <a:r>
              <a:rPr lang="en-US" sz="8500" dirty="0">
                <a:solidFill>
                  <a:srgbClr val="C1663A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01</a:t>
            </a:r>
            <a:endParaRPr lang="en-US" sz="85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pic>
        <p:nvPicPr>
          <p:cNvPr id="3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53943" y="2407583"/>
            <a:ext cx="889000" cy="50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9711" y="2781300"/>
            <a:ext cx="4818647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080"/>
              </a:lnSpc>
              <a:buNone/>
            </a:pPr>
            <a:r>
              <a:rPr lang="en-US" sz="59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고교학점제</a:t>
            </a:r>
            <a:endParaRPr lang="en-US" sz="59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992154" y="3866555"/>
            <a:ext cx="1041257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dirty="0">
                <a:solidFill>
                  <a:srgbClr val="4A5D50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학생이 과목을 선택하고, 이수 기준에 도달한 과목의 학점을 쌓아 졸업하는 제도입니다.</a:t>
            </a:r>
            <a:endParaRPr lang="en-US" sz="20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147637" y="4905375"/>
            <a:ext cx="2421386" cy="577850"/>
          </a:xfrm>
          <a:prstGeom prst="roundRect">
            <a:avLst>
              <a:gd name="adj" fmla="val 14835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291160" y="5048250"/>
            <a:ext cx="2112481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제도의 뜻과 이수 기준</a:t>
            </a:r>
            <a:endParaRPr lang="en-US" sz="17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02373" y="4905375"/>
            <a:ext cx="2466082" cy="577850"/>
          </a:xfrm>
          <a:prstGeom prst="roundRect">
            <a:avLst>
              <a:gd name="adj" fmla="val 14835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776536" y="5048250"/>
            <a:ext cx="2364769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운영 절차와 학년별 흐름</a:t>
            </a:r>
            <a:endParaRPr lang="en-US" sz="17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01805" y="4905375"/>
            <a:ext cx="2599035" cy="577850"/>
          </a:xfrm>
          <a:prstGeom prst="roundRect">
            <a:avLst>
              <a:gd name="adj" fmla="val 14835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462304" y="5048250"/>
            <a:ext cx="2373511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2022 개정 교육과정 편제</a:t>
            </a:r>
            <a:endParaRPr lang="en-US" sz="17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IBM Plex Sans KR" pitchFamily="34" charset="-120"/>
              </a:rPr>
              <a:t>1. 고교학점제</a:t>
            </a:r>
            <a:endParaRPr 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3150" y="2434530"/>
            <a:ext cx="10791658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학생이 기초 소양과 기본 </a:t>
            </a:r>
            <a:r>
              <a:rPr lang="en-US" sz="2000" dirty="0" err="1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학력을</a:t>
            </a: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바탕으로</a:t>
            </a: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</a:t>
            </a:r>
            <a:r>
              <a:rPr lang="en-US" sz="2000" dirty="0" err="1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진로와</a:t>
            </a:r>
            <a:r>
              <a:rPr lang="en-US" sz="2000" dirty="0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적성에 따라 </a:t>
            </a:r>
            <a:r>
              <a:rPr lang="en-US" sz="2000" dirty="0" err="1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과목을</a:t>
            </a:r>
            <a:r>
              <a:rPr lang="en-US" sz="2000" dirty="0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</a:t>
            </a:r>
            <a:r>
              <a:rPr lang="en-US" sz="2000" dirty="0" err="1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선택</a:t>
            </a:r>
            <a:r>
              <a:rPr lang="en-US" sz="2000" dirty="0" err="1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하고</a:t>
            </a: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,</a:t>
            </a:r>
            <a:endParaRPr lang="en-US" sz="20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이수 기준에 도달한 </a:t>
            </a:r>
            <a:r>
              <a:rPr lang="en-US" sz="2000" dirty="0" err="1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과목에</a:t>
            </a: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대해</a:t>
            </a: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</a:t>
            </a:r>
            <a:r>
              <a:rPr lang="en-US" sz="2000" dirty="0" err="1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학점을</a:t>
            </a:r>
            <a:r>
              <a:rPr lang="en-US" sz="2000" dirty="0">
                <a:solidFill>
                  <a:srgbClr val="A8532C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취득·누적하여 졸업</a:t>
            </a:r>
            <a:r>
              <a:rPr lang="en-US" sz="20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하는 제도</a:t>
            </a:r>
            <a:endParaRPr lang="en-US" sz="20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" y="4352925"/>
            <a:ext cx="3397250" cy="1549400"/>
          </a:xfrm>
          <a:prstGeom prst="roundRect">
            <a:avLst>
              <a:gd name="adj" fmla="val 635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3150" y="4610100"/>
            <a:ext cx="2969387" cy="342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  <a:cs typeface="Jua" pitchFamily="34" charset="-120"/>
              </a:rPr>
              <a:t>과목 선택</a:t>
            </a:r>
            <a:endParaRPr lang="en-US" sz="200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3151" y="5016103"/>
            <a:ext cx="2616118" cy="654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진로와 적성에 따라 학생이 </a:t>
            </a:r>
            <a:r>
              <a:rPr lang="en-US" sz="1600" dirty="0">
                <a:solidFill>
                  <a:srgbClr val="FF000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직접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과목 계획을 만듭니다.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97375" y="4352925"/>
            <a:ext cx="3397250" cy="1549400"/>
          </a:xfrm>
          <a:prstGeom prst="roundRect">
            <a:avLst>
              <a:gd name="adj" fmla="val 635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54550" y="4610100"/>
            <a:ext cx="2969387" cy="342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  <a:cs typeface="Jua" pitchFamily="34" charset="-120"/>
              </a:rPr>
              <a:t>이수 기준 도달</a:t>
            </a:r>
            <a:endParaRPr lang="en-US" sz="200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549" y="5016103"/>
            <a:ext cx="3174493" cy="654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출석률과 학업 성취율, 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두 기준을 모두 충족해야 합니다.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78775" y="4352925"/>
            <a:ext cx="3397250" cy="1549400"/>
          </a:xfrm>
          <a:prstGeom prst="roundRect">
            <a:avLst>
              <a:gd name="adj" fmla="val 635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5950" y="4610100"/>
            <a:ext cx="2969387" cy="342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  <a:cs typeface="Jua" pitchFamily="34" charset="-120"/>
              </a:rPr>
              <a:t>학점 누적</a:t>
            </a:r>
            <a:endParaRPr lang="en-US" sz="200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35950" y="5016103"/>
            <a:ext cx="2966307" cy="654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3년간 </a:t>
            </a:r>
            <a:r>
              <a:rPr lang="en-US" sz="1600" dirty="0">
                <a:solidFill>
                  <a:srgbClr val="FF000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192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학점 이상을 취득하면 졸업합니다.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128339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고교학점제란 무엇입니까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A2ABD20-E3DC-2FA1-2094-B634C2949232}"/>
              </a:ext>
            </a:extLst>
          </p:cNvPr>
          <p:cNvSpPr/>
          <p:nvPr/>
        </p:nvSpPr>
        <p:spPr>
          <a:xfrm>
            <a:off x="757989" y="2201779"/>
            <a:ext cx="10846469" cy="1834816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2278EE5-93B9-CDC5-FB11-FD4F0FAF85AF}"/>
              </a:ext>
            </a:extLst>
          </p:cNvPr>
          <p:cNvGrpSpPr/>
          <p:nvPr/>
        </p:nvGrpSpPr>
        <p:grpSpPr>
          <a:xfrm>
            <a:off x="5448300" y="7162800"/>
            <a:ext cx="4049887" cy="2048706"/>
            <a:chOff x="944897" y="2092482"/>
            <a:chExt cx="9037647" cy="4140837"/>
          </a:xfrm>
        </p:grpSpPr>
        <p:grpSp>
          <p:nvGrpSpPr>
            <p:cNvPr id="18" name="그룹 1001">
              <a:extLst>
                <a:ext uri="{FF2B5EF4-FFF2-40B4-BE49-F238E27FC236}">
                  <a16:creationId xmlns:a16="http://schemas.microsoft.com/office/drawing/2014/main" id="{6FEE23AD-995E-64C2-6544-A95CF1E74D80}"/>
                </a:ext>
              </a:extLst>
            </p:cNvPr>
            <p:cNvGrpSpPr/>
            <p:nvPr/>
          </p:nvGrpSpPr>
          <p:grpSpPr>
            <a:xfrm>
              <a:off x="7983942" y="3567425"/>
              <a:ext cx="745438" cy="203608"/>
              <a:chOff x="13630534" y="5286746"/>
              <a:chExt cx="1369338" cy="300561"/>
            </a:xfrm>
          </p:grpSpPr>
          <p:pic>
            <p:nvPicPr>
              <p:cNvPr id="69" name="Object 2">
                <a:extLst>
                  <a:ext uri="{FF2B5EF4-FFF2-40B4-BE49-F238E27FC236}">
                    <a16:creationId xmlns:a16="http://schemas.microsoft.com/office/drawing/2014/main" id="{8854BCC6-0561-36CB-5411-838E68696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-16200000">
                <a:off x="12945865" y="5175770"/>
                <a:ext cx="2738676" cy="601122"/>
              </a:xfrm>
              <a:prstGeom prst="rect">
                <a:avLst/>
              </a:prstGeom>
            </p:spPr>
          </p:pic>
          <p:pic>
            <p:nvPicPr>
              <p:cNvPr id="70" name="Object 3">
                <a:extLst>
                  <a:ext uri="{FF2B5EF4-FFF2-40B4-BE49-F238E27FC236}">
                    <a16:creationId xmlns:a16="http://schemas.microsoft.com/office/drawing/2014/main" id="{B1C059F9-E586-EE85-3E30-F3FA07F46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16200000">
                <a:off x="13630534" y="5286746"/>
                <a:ext cx="1369338" cy="300561"/>
              </a:xfrm>
              <a:prstGeom prst="rect">
                <a:avLst/>
              </a:prstGeom>
            </p:spPr>
          </p:pic>
        </p:grpSp>
        <p:grpSp>
          <p:nvGrpSpPr>
            <p:cNvPr id="19" name="그룹 1002">
              <a:extLst>
                <a:ext uri="{FF2B5EF4-FFF2-40B4-BE49-F238E27FC236}">
                  <a16:creationId xmlns:a16="http://schemas.microsoft.com/office/drawing/2014/main" id="{6C068139-79B0-BD41-C092-90DBAA573288}"/>
                </a:ext>
              </a:extLst>
            </p:cNvPr>
            <p:cNvGrpSpPr/>
            <p:nvPr/>
          </p:nvGrpSpPr>
          <p:grpSpPr>
            <a:xfrm>
              <a:off x="6273149" y="4804452"/>
              <a:ext cx="745438" cy="203608"/>
              <a:chOff x="10487878" y="7112811"/>
              <a:chExt cx="1369338" cy="300561"/>
            </a:xfrm>
          </p:grpSpPr>
          <p:pic>
            <p:nvPicPr>
              <p:cNvPr id="67" name="Object 6">
                <a:extLst>
                  <a:ext uri="{FF2B5EF4-FFF2-40B4-BE49-F238E27FC236}">
                    <a16:creationId xmlns:a16="http://schemas.microsoft.com/office/drawing/2014/main" id="{47523E26-AC29-23C4-A943-43DFC91F9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16200000">
                <a:off x="9803209" y="7001834"/>
                <a:ext cx="2738676" cy="601122"/>
              </a:xfrm>
              <a:prstGeom prst="rect">
                <a:avLst/>
              </a:prstGeom>
            </p:spPr>
          </p:pic>
          <p:pic>
            <p:nvPicPr>
              <p:cNvPr id="68" name="Object 7">
                <a:extLst>
                  <a:ext uri="{FF2B5EF4-FFF2-40B4-BE49-F238E27FC236}">
                    <a16:creationId xmlns:a16="http://schemas.microsoft.com/office/drawing/2014/main" id="{14FDC23F-3016-72D2-2A6A-AFAAF97F9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16200000">
                <a:off x="10487878" y="7112811"/>
                <a:ext cx="1369338" cy="300561"/>
              </a:xfrm>
              <a:prstGeom prst="rect">
                <a:avLst/>
              </a:prstGeom>
            </p:spPr>
          </p:pic>
        </p:grpSp>
        <p:pic>
          <p:nvPicPr>
            <p:cNvPr id="20" name="Object 11">
              <a:extLst>
                <a:ext uri="{FF2B5EF4-FFF2-40B4-BE49-F238E27FC236}">
                  <a16:creationId xmlns:a16="http://schemas.microsoft.com/office/drawing/2014/main" id="{6278462B-3702-6384-3262-D07FC634B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8663" y="5273074"/>
              <a:ext cx="2799727" cy="960245"/>
            </a:xfrm>
            <a:prstGeom prst="rect">
              <a:avLst/>
            </a:prstGeom>
          </p:spPr>
        </p:pic>
        <p:grpSp>
          <p:nvGrpSpPr>
            <p:cNvPr id="21" name="그룹 1004">
              <a:extLst>
                <a:ext uri="{FF2B5EF4-FFF2-40B4-BE49-F238E27FC236}">
                  <a16:creationId xmlns:a16="http://schemas.microsoft.com/office/drawing/2014/main" id="{2E13C725-DD81-DF12-1626-9299AB6353BF}"/>
                </a:ext>
              </a:extLst>
            </p:cNvPr>
            <p:cNvGrpSpPr/>
            <p:nvPr/>
          </p:nvGrpSpPr>
          <p:grpSpPr>
            <a:xfrm>
              <a:off x="2752564" y="4819782"/>
              <a:ext cx="745438" cy="203608"/>
              <a:chOff x="4020707" y="7135441"/>
              <a:chExt cx="1369338" cy="300561"/>
            </a:xfrm>
          </p:grpSpPr>
          <p:pic>
            <p:nvPicPr>
              <p:cNvPr id="65" name="Object 14">
                <a:extLst>
                  <a:ext uri="{FF2B5EF4-FFF2-40B4-BE49-F238E27FC236}">
                    <a16:creationId xmlns:a16="http://schemas.microsoft.com/office/drawing/2014/main" id="{A0CADCF3-93C4-62B5-C2D1-F0438F4857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16200000">
                <a:off x="3336038" y="7024465"/>
                <a:ext cx="2738676" cy="601122"/>
              </a:xfrm>
              <a:prstGeom prst="rect">
                <a:avLst/>
              </a:prstGeom>
            </p:spPr>
          </p:pic>
          <p:pic>
            <p:nvPicPr>
              <p:cNvPr id="66" name="Object 15">
                <a:extLst>
                  <a:ext uri="{FF2B5EF4-FFF2-40B4-BE49-F238E27FC236}">
                    <a16:creationId xmlns:a16="http://schemas.microsoft.com/office/drawing/2014/main" id="{72FC35B0-1B6F-1297-561B-C994795C48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16200000">
                <a:off x="4020707" y="7135441"/>
                <a:ext cx="1369338" cy="300561"/>
              </a:xfrm>
              <a:prstGeom prst="rect">
                <a:avLst/>
              </a:prstGeom>
            </p:spPr>
          </p:pic>
        </p:grpSp>
        <p:grpSp>
          <p:nvGrpSpPr>
            <p:cNvPr id="22" name="그룹 1005">
              <a:extLst>
                <a:ext uri="{FF2B5EF4-FFF2-40B4-BE49-F238E27FC236}">
                  <a16:creationId xmlns:a16="http://schemas.microsoft.com/office/drawing/2014/main" id="{13593D64-A626-6D69-C568-B294805CED62}"/>
                </a:ext>
              </a:extLst>
            </p:cNvPr>
            <p:cNvGrpSpPr/>
            <p:nvPr/>
          </p:nvGrpSpPr>
          <p:grpSpPr>
            <a:xfrm>
              <a:off x="944897" y="3373672"/>
              <a:ext cx="939021" cy="203608"/>
              <a:chOff x="700098" y="5000734"/>
              <a:chExt cx="1724942" cy="300561"/>
            </a:xfrm>
          </p:grpSpPr>
          <p:pic>
            <p:nvPicPr>
              <p:cNvPr id="63" name="Object 18">
                <a:extLst>
                  <a:ext uri="{FF2B5EF4-FFF2-40B4-BE49-F238E27FC236}">
                    <a16:creationId xmlns:a16="http://schemas.microsoft.com/office/drawing/2014/main" id="{C28662B2-C746-5605-5081-EEE5F74607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6200000">
                <a:off x="-162373" y="4889757"/>
                <a:ext cx="3449884" cy="601122"/>
              </a:xfrm>
              <a:prstGeom prst="rect">
                <a:avLst/>
              </a:prstGeom>
            </p:spPr>
          </p:pic>
          <p:pic>
            <p:nvPicPr>
              <p:cNvPr id="64" name="Object 19">
                <a:extLst>
                  <a:ext uri="{FF2B5EF4-FFF2-40B4-BE49-F238E27FC236}">
                    <a16:creationId xmlns:a16="http://schemas.microsoft.com/office/drawing/2014/main" id="{294828F8-518C-6B89-E6BB-299709086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 rot="-16200000">
                <a:off x="700098" y="5000734"/>
                <a:ext cx="1724942" cy="300561"/>
              </a:xfrm>
              <a:prstGeom prst="rect">
                <a:avLst/>
              </a:prstGeom>
            </p:spPr>
          </p:pic>
        </p:grpSp>
        <p:grpSp>
          <p:nvGrpSpPr>
            <p:cNvPr id="23" name="그룹 1006">
              <a:extLst>
                <a:ext uri="{FF2B5EF4-FFF2-40B4-BE49-F238E27FC236}">
                  <a16:creationId xmlns:a16="http://schemas.microsoft.com/office/drawing/2014/main" id="{D010DFFB-C7BE-BB8C-B0BA-4DD8587DEE58}"/>
                </a:ext>
              </a:extLst>
            </p:cNvPr>
            <p:cNvGrpSpPr/>
            <p:nvPr/>
          </p:nvGrpSpPr>
          <p:grpSpPr>
            <a:xfrm>
              <a:off x="2828987" y="4924376"/>
              <a:ext cx="2892832" cy="1181298"/>
              <a:chOff x="4161094" y="7289839"/>
              <a:chExt cx="5314013" cy="1743799"/>
            </a:xfrm>
          </p:grpSpPr>
          <p:pic>
            <p:nvPicPr>
              <p:cNvPr id="61" name="Object 22">
                <a:extLst>
                  <a:ext uri="{FF2B5EF4-FFF2-40B4-BE49-F238E27FC236}">
                    <a16:creationId xmlns:a16="http://schemas.microsoft.com/office/drawing/2014/main" id="{A18996EB-B48D-4A65-7A72-FFB1315823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504088" y="6645975"/>
                <a:ext cx="10628025" cy="3487597"/>
              </a:xfrm>
              <a:prstGeom prst="rect">
                <a:avLst/>
              </a:prstGeom>
            </p:spPr>
          </p:pic>
          <p:pic>
            <p:nvPicPr>
              <p:cNvPr id="62" name="Object 23">
                <a:extLst>
                  <a:ext uri="{FF2B5EF4-FFF2-40B4-BE49-F238E27FC236}">
                    <a16:creationId xmlns:a16="http://schemas.microsoft.com/office/drawing/2014/main" id="{B9BCFAAD-2976-0A0D-5CE8-C5D7A35C8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4161094" y="7289839"/>
                <a:ext cx="5314013" cy="1743799"/>
              </a:xfrm>
              <a:prstGeom prst="rect">
                <a:avLst/>
              </a:prstGeom>
            </p:spPr>
          </p:pic>
        </p:grpSp>
        <p:grpSp>
          <p:nvGrpSpPr>
            <p:cNvPr id="24" name="그룹 1007">
              <a:extLst>
                <a:ext uri="{FF2B5EF4-FFF2-40B4-BE49-F238E27FC236}">
                  <a16:creationId xmlns:a16="http://schemas.microsoft.com/office/drawing/2014/main" id="{8FA79373-108D-816F-B41D-B2177A6BD9B2}"/>
                </a:ext>
              </a:extLst>
            </p:cNvPr>
            <p:cNvGrpSpPr/>
            <p:nvPr/>
          </p:nvGrpSpPr>
          <p:grpSpPr>
            <a:xfrm>
              <a:off x="1165241" y="2580982"/>
              <a:ext cx="2492750" cy="888969"/>
              <a:chOff x="1104860" y="3830587"/>
              <a:chExt cx="4579079" cy="1312271"/>
            </a:xfrm>
          </p:grpSpPr>
          <p:pic>
            <p:nvPicPr>
              <p:cNvPr id="59" name="Object 26">
                <a:extLst>
                  <a:ext uri="{FF2B5EF4-FFF2-40B4-BE49-F238E27FC236}">
                    <a16:creationId xmlns:a16="http://schemas.microsoft.com/office/drawing/2014/main" id="{03A359DA-CF13-B9AC-13A5-DBAFEE7B1B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-1184679" y="3346056"/>
                <a:ext cx="9158158" cy="2624541"/>
              </a:xfrm>
              <a:prstGeom prst="rect">
                <a:avLst/>
              </a:prstGeom>
            </p:spPr>
          </p:pic>
          <p:pic>
            <p:nvPicPr>
              <p:cNvPr id="60" name="Object 27">
                <a:extLst>
                  <a:ext uri="{FF2B5EF4-FFF2-40B4-BE49-F238E27FC236}">
                    <a16:creationId xmlns:a16="http://schemas.microsoft.com/office/drawing/2014/main" id="{5CE9A7F2-E551-8BE2-653F-CF62665A5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104860" y="3830587"/>
                <a:ext cx="4579079" cy="1312271"/>
              </a:xfrm>
              <a:prstGeom prst="rect">
                <a:avLst/>
              </a:prstGeom>
            </p:spPr>
          </p:pic>
        </p:grpSp>
        <p:grpSp>
          <p:nvGrpSpPr>
            <p:cNvPr id="25" name="그룹 1009">
              <a:extLst>
                <a:ext uri="{FF2B5EF4-FFF2-40B4-BE49-F238E27FC236}">
                  <a16:creationId xmlns:a16="http://schemas.microsoft.com/office/drawing/2014/main" id="{2F969E94-CC3F-A983-2441-0D6C4D354DB7}"/>
                </a:ext>
              </a:extLst>
            </p:cNvPr>
            <p:cNvGrpSpPr/>
            <p:nvPr/>
          </p:nvGrpSpPr>
          <p:grpSpPr>
            <a:xfrm>
              <a:off x="1239159" y="4058785"/>
              <a:ext cx="1843540" cy="488497"/>
              <a:chOff x="1240645" y="6012079"/>
              <a:chExt cx="3386507" cy="721106"/>
            </a:xfrm>
          </p:grpSpPr>
          <p:pic>
            <p:nvPicPr>
              <p:cNvPr id="57" name="Object 34">
                <a:extLst>
                  <a:ext uri="{FF2B5EF4-FFF2-40B4-BE49-F238E27FC236}">
                    <a16:creationId xmlns:a16="http://schemas.microsoft.com/office/drawing/2014/main" id="{779BF4F1-A65D-AB95-5263-E932AC604E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-452608" y="5745824"/>
                <a:ext cx="6773013" cy="1442213"/>
              </a:xfrm>
              <a:prstGeom prst="rect">
                <a:avLst/>
              </a:prstGeom>
            </p:spPr>
          </p:pic>
          <p:pic>
            <p:nvPicPr>
              <p:cNvPr id="58" name="Object 35">
                <a:extLst>
                  <a:ext uri="{FF2B5EF4-FFF2-40B4-BE49-F238E27FC236}">
                    <a16:creationId xmlns:a16="http://schemas.microsoft.com/office/drawing/2014/main" id="{8EC98527-FBB9-B0AD-5F16-2448EDA162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40645" y="6012079"/>
                <a:ext cx="3386507" cy="721106"/>
              </a:xfrm>
              <a:prstGeom prst="rect">
                <a:avLst/>
              </a:prstGeom>
            </p:spPr>
          </p:pic>
        </p:grpSp>
        <p:pic>
          <p:nvPicPr>
            <p:cNvPr id="26" name="Object 37">
              <a:extLst>
                <a:ext uri="{FF2B5EF4-FFF2-40B4-BE49-F238E27FC236}">
                  <a16:creationId xmlns:a16="http://schemas.microsoft.com/office/drawing/2014/main" id="{DF129D75-2F5C-C372-BC88-EC2898FF2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21233" y="4088638"/>
              <a:ext cx="715737" cy="455933"/>
            </a:xfrm>
            <a:prstGeom prst="rect">
              <a:avLst/>
            </a:prstGeom>
          </p:spPr>
        </p:pic>
        <p:grpSp>
          <p:nvGrpSpPr>
            <p:cNvPr id="27" name="그룹 1010">
              <a:extLst>
                <a:ext uri="{FF2B5EF4-FFF2-40B4-BE49-F238E27FC236}">
                  <a16:creationId xmlns:a16="http://schemas.microsoft.com/office/drawing/2014/main" id="{97E831EC-6BF2-5926-E6A9-98AB4D60C727}"/>
                </a:ext>
              </a:extLst>
            </p:cNvPr>
            <p:cNvGrpSpPr/>
            <p:nvPr/>
          </p:nvGrpSpPr>
          <p:grpSpPr>
            <a:xfrm>
              <a:off x="2965660" y="4058785"/>
              <a:ext cx="1843540" cy="488497"/>
              <a:chOff x="4412156" y="6012079"/>
              <a:chExt cx="3386507" cy="721106"/>
            </a:xfrm>
          </p:grpSpPr>
          <p:pic>
            <p:nvPicPr>
              <p:cNvPr id="55" name="Object 39">
                <a:extLst>
                  <a:ext uri="{FF2B5EF4-FFF2-40B4-BE49-F238E27FC236}">
                    <a16:creationId xmlns:a16="http://schemas.microsoft.com/office/drawing/2014/main" id="{4A39184B-AFE6-E7D3-5EF6-E136AE7D8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2718903" y="5745824"/>
                <a:ext cx="6773013" cy="1442213"/>
              </a:xfrm>
              <a:prstGeom prst="rect">
                <a:avLst/>
              </a:prstGeom>
            </p:spPr>
          </p:pic>
          <p:pic>
            <p:nvPicPr>
              <p:cNvPr id="56" name="Object 40">
                <a:extLst>
                  <a:ext uri="{FF2B5EF4-FFF2-40B4-BE49-F238E27FC236}">
                    <a16:creationId xmlns:a16="http://schemas.microsoft.com/office/drawing/2014/main" id="{DC97CA17-53CF-1000-62EE-7E4972202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412156" y="6012079"/>
                <a:ext cx="3386507" cy="721106"/>
              </a:xfrm>
              <a:prstGeom prst="rect">
                <a:avLst/>
              </a:prstGeom>
            </p:spPr>
          </p:pic>
        </p:grpSp>
        <p:pic>
          <p:nvPicPr>
            <p:cNvPr id="28" name="Object 42">
              <a:extLst>
                <a:ext uri="{FF2B5EF4-FFF2-40B4-BE49-F238E27FC236}">
                  <a16:creationId xmlns:a16="http://schemas.microsoft.com/office/drawing/2014/main" id="{997FC89C-B417-1D60-5CE2-CB82CEA7F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76659" y="4093920"/>
              <a:ext cx="917914" cy="453166"/>
            </a:xfrm>
            <a:prstGeom prst="rect">
              <a:avLst/>
            </a:prstGeom>
          </p:spPr>
        </p:pic>
        <p:grpSp>
          <p:nvGrpSpPr>
            <p:cNvPr id="29" name="그룹 1011">
              <a:extLst>
                <a:ext uri="{FF2B5EF4-FFF2-40B4-BE49-F238E27FC236}">
                  <a16:creationId xmlns:a16="http://schemas.microsoft.com/office/drawing/2014/main" id="{B8FD4AB4-836E-8B0D-606C-47934D25B6C4}"/>
                </a:ext>
              </a:extLst>
            </p:cNvPr>
            <p:cNvGrpSpPr/>
            <p:nvPr/>
          </p:nvGrpSpPr>
          <p:grpSpPr>
            <a:xfrm>
              <a:off x="4692161" y="4058785"/>
              <a:ext cx="1843540" cy="488497"/>
              <a:chOff x="7583667" y="6012079"/>
              <a:chExt cx="3386507" cy="721106"/>
            </a:xfrm>
          </p:grpSpPr>
          <p:pic>
            <p:nvPicPr>
              <p:cNvPr id="53" name="Object 44">
                <a:extLst>
                  <a:ext uri="{FF2B5EF4-FFF2-40B4-BE49-F238E27FC236}">
                    <a16:creationId xmlns:a16="http://schemas.microsoft.com/office/drawing/2014/main" id="{54120057-22FF-A6C1-DAD9-3C6C01D67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5890413" y="5745824"/>
                <a:ext cx="6773013" cy="1442213"/>
              </a:xfrm>
              <a:prstGeom prst="rect">
                <a:avLst/>
              </a:prstGeom>
            </p:spPr>
          </p:pic>
          <p:pic>
            <p:nvPicPr>
              <p:cNvPr id="54" name="Object 45">
                <a:extLst>
                  <a:ext uri="{FF2B5EF4-FFF2-40B4-BE49-F238E27FC236}">
                    <a16:creationId xmlns:a16="http://schemas.microsoft.com/office/drawing/2014/main" id="{A9126289-50C9-BEFA-27A3-31586BF8C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7583667" y="6012079"/>
                <a:ext cx="3386507" cy="721106"/>
              </a:xfrm>
              <a:prstGeom prst="rect">
                <a:avLst/>
              </a:prstGeom>
            </p:spPr>
          </p:pic>
        </p:grpSp>
        <p:pic>
          <p:nvPicPr>
            <p:cNvPr id="30" name="Object 47">
              <a:extLst>
                <a:ext uri="{FF2B5EF4-FFF2-40B4-BE49-F238E27FC236}">
                  <a16:creationId xmlns:a16="http://schemas.microsoft.com/office/drawing/2014/main" id="{76A51858-201A-2829-1AF1-0BC289C2D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09551" y="4084768"/>
              <a:ext cx="805414" cy="455933"/>
            </a:xfrm>
            <a:prstGeom prst="rect">
              <a:avLst/>
            </a:prstGeom>
          </p:spPr>
        </p:pic>
        <p:grpSp>
          <p:nvGrpSpPr>
            <p:cNvPr id="31" name="그룹 1012">
              <a:extLst>
                <a:ext uri="{FF2B5EF4-FFF2-40B4-BE49-F238E27FC236}">
                  <a16:creationId xmlns:a16="http://schemas.microsoft.com/office/drawing/2014/main" id="{7A8DA236-BE8F-479F-5265-3DE15D300324}"/>
                </a:ext>
              </a:extLst>
            </p:cNvPr>
            <p:cNvGrpSpPr/>
            <p:nvPr/>
          </p:nvGrpSpPr>
          <p:grpSpPr>
            <a:xfrm>
              <a:off x="6418662" y="4058785"/>
              <a:ext cx="1843540" cy="488497"/>
              <a:chOff x="10755178" y="6012079"/>
              <a:chExt cx="3386507" cy="721106"/>
            </a:xfrm>
          </p:grpSpPr>
          <p:pic>
            <p:nvPicPr>
              <p:cNvPr id="51" name="Object 49">
                <a:extLst>
                  <a:ext uri="{FF2B5EF4-FFF2-40B4-BE49-F238E27FC236}">
                    <a16:creationId xmlns:a16="http://schemas.microsoft.com/office/drawing/2014/main" id="{DD297BB0-394F-4927-7347-FDCCF6687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9061924" y="5745824"/>
                <a:ext cx="6773013" cy="1442213"/>
              </a:xfrm>
              <a:prstGeom prst="rect">
                <a:avLst/>
              </a:prstGeom>
            </p:spPr>
          </p:pic>
          <p:pic>
            <p:nvPicPr>
              <p:cNvPr id="52" name="Object 50">
                <a:extLst>
                  <a:ext uri="{FF2B5EF4-FFF2-40B4-BE49-F238E27FC236}">
                    <a16:creationId xmlns:a16="http://schemas.microsoft.com/office/drawing/2014/main" id="{869A8A49-B67C-09DD-5113-E454EA3FC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10755178" y="6012079"/>
                <a:ext cx="3386507" cy="721106"/>
              </a:xfrm>
              <a:prstGeom prst="rect">
                <a:avLst/>
              </a:prstGeom>
            </p:spPr>
          </p:pic>
        </p:grpSp>
        <p:pic>
          <p:nvPicPr>
            <p:cNvPr id="32" name="Object 52">
              <a:extLst>
                <a:ext uri="{FF2B5EF4-FFF2-40B4-BE49-F238E27FC236}">
                  <a16:creationId xmlns:a16="http://schemas.microsoft.com/office/drawing/2014/main" id="{757F05B4-A731-E8A0-0DB8-D4202BA06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9440" y="4084768"/>
              <a:ext cx="741229" cy="455933"/>
            </a:xfrm>
            <a:prstGeom prst="rect">
              <a:avLst/>
            </a:prstGeom>
          </p:spPr>
        </p:pic>
        <p:pic>
          <p:nvPicPr>
            <p:cNvPr id="33" name="Object 53">
              <a:extLst>
                <a:ext uri="{FF2B5EF4-FFF2-40B4-BE49-F238E27FC236}">
                  <a16:creationId xmlns:a16="http://schemas.microsoft.com/office/drawing/2014/main" id="{4B0E002C-978D-C1B1-D4A2-7CF00865E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30617" y="2637529"/>
              <a:ext cx="2413606" cy="796486"/>
            </a:xfrm>
            <a:prstGeom prst="rect">
              <a:avLst/>
            </a:prstGeom>
          </p:spPr>
        </p:pic>
        <p:pic>
          <p:nvPicPr>
            <p:cNvPr id="34" name="Object 54">
              <a:extLst>
                <a:ext uri="{FF2B5EF4-FFF2-40B4-BE49-F238E27FC236}">
                  <a16:creationId xmlns:a16="http://schemas.microsoft.com/office/drawing/2014/main" id="{82037BD3-11C9-80FB-33CE-92E3E1C30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05431" y="4956582"/>
              <a:ext cx="2732428" cy="1139792"/>
            </a:xfrm>
            <a:prstGeom prst="rect">
              <a:avLst/>
            </a:prstGeom>
          </p:spPr>
        </p:pic>
        <p:grpSp>
          <p:nvGrpSpPr>
            <p:cNvPr id="35" name="그룹 1013">
              <a:extLst>
                <a:ext uri="{FF2B5EF4-FFF2-40B4-BE49-F238E27FC236}">
                  <a16:creationId xmlns:a16="http://schemas.microsoft.com/office/drawing/2014/main" id="{E1F348D4-DBD3-C00C-1D31-F9751DA8806F}"/>
                </a:ext>
              </a:extLst>
            </p:cNvPr>
            <p:cNvGrpSpPr/>
            <p:nvPr/>
          </p:nvGrpSpPr>
          <p:grpSpPr>
            <a:xfrm>
              <a:off x="8139004" y="4058785"/>
              <a:ext cx="1843540" cy="488497"/>
              <a:chOff x="13915376" y="6012079"/>
              <a:chExt cx="3386507" cy="721106"/>
            </a:xfrm>
          </p:grpSpPr>
          <p:pic>
            <p:nvPicPr>
              <p:cNvPr id="49" name="Object 56">
                <a:extLst>
                  <a:ext uri="{FF2B5EF4-FFF2-40B4-BE49-F238E27FC236}">
                    <a16:creationId xmlns:a16="http://schemas.microsoft.com/office/drawing/2014/main" id="{F1B924E6-959C-3BC4-CFC6-3E82DB79D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12222122" y="5745824"/>
                <a:ext cx="6773013" cy="1442213"/>
              </a:xfrm>
              <a:prstGeom prst="rect">
                <a:avLst/>
              </a:prstGeom>
            </p:spPr>
          </p:pic>
          <p:pic>
            <p:nvPicPr>
              <p:cNvPr id="50" name="Object 57">
                <a:extLst>
                  <a:ext uri="{FF2B5EF4-FFF2-40B4-BE49-F238E27FC236}">
                    <a16:creationId xmlns:a16="http://schemas.microsoft.com/office/drawing/2014/main" id="{5EFF9CC6-2D02-1992-51DD-BBE15581FB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13915376" y="6012079"/>
                <a:ext cx="3386507" cy="721106"/>
              </a:xfrm>
              <a:prstGeom prst="rect">
                <a:avLst/>
              </a:prstGeom>
            </p:spPr>
          </p:pic>
        </p:grpSp>
        <p:pic>
          <p:nvPicPr>
            <p:cNvPr id="36" name="Object 59">
              <a:extLst>
                <a:ext uri="{FF2B5EF4-FFF2-40B4-BE49-F238E27FC236}">
                  <a16:creationId xmlns:a16="http://schemas.microsoft.com/office/drawing/2014/main" id="{45FCF488-E2EE-634E-5585-65C4B8D35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656371" y="4088187"/>
              <a:ext cx="805181" cy="455933"/>
            </a:xfrm>
            <a:prstGeom prst="rect">
              <a:avLst/>
            </a:prstGeom>
          </p:spPr>
        </p:pic>
        <p:grpSp>
          <p:nvGrpSpPr>
            <p:cNvPr id="37" name="그룹 1014">
              <a:extLst>
                <a:ext uri="{FF2B5EF4-FFF2-40B4-BE49-F238E27FC236}">
                  <a16:creationId xmlns:a16="http://schemas.microsoft.com/office/drawing/2014/main" id="{EEECA3CC-F43D-E1D8-EE20-CD50FE09D0B2}"/>
                </a:ext>
              </a:extLst>
            </p:cNvPr>
            <p:cNvGrpSpPr/>
            <p:nvPr/>
          </p:nvGrpSpPr>
          <p:grpSpPr>
            <a:xfrm>
              <a:off x="4542529" y="3742018"/>
              <a:ext cx="745438" cy="203608"/>
              <a:chOff x="7308799" y="5544475"/>
              <a:chExt cx="1369338" cy="300561"/>
            </a:xfrm>
          </p:grpSpPr>
          <p:pic>
            <p:nvPicPr>
              <p:cNvPr id="47" name="Object 62">
                <a:extLst>
                  <a:ext uri="{FF2B5EF4-FFF2-40B4-BE49-F238E27FC236}">
                    <a16:creationId xmlns:a16="http://schemas.microsoft.com/office/drawing/2014/main" id="{8802686B-6DAB-9628-CE4F-8DDC3072F7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 rot="-16200000">
                <a:off x="6624130" y="5433499"/>
                <a:ext cx="2738676" cy="601122"/>
              </a:xfrm>
              <a:prstGeom prst="rect">
                <a:avLst/>
              </a:prstGeom>
            </p:spPr>
          </p:pic>
          <p:pic>
            <p:nvPicPr>
              <p:cNvPr id="48" name="Object 63">
                <a:extLst>
                  <a:ext uri="{FF2B5EF4-FFF2-40B4-BE49-F238E27FC236}">
                    <a16:creationId xmlns:a16="http://schemas.microsoft.com/office/drawing/2014/main" id="{C3D6DE41-0C3A-DBFF-9E20-A29BFD450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 rot="-16200000">
                <a:off x="7308799" y="5544475"/>
                <a:ext cx="1369338" cy="300561"/>
              </a:xfrm>
              <a:prstGeom prst="rect">
                <a:avLst/>
              </a:prstGeom>
            </p:spPr>
          </p:pic>
        </p:grpSp>
        <p:pic>
          <p:nvPicPr>
            <p:cNvPr id="38" name="Object 67">
              <a:extLst>
                <a:ext uri="{FF2B5EF4-FFF2-40B4-BE49-F238E27FC236}">
                  <a16:creationId xmlns:a16="http://schemas.microsoft.com/office/drawing/2014/main" id="{2C81EC51-0AE7-41FB-2C1C-DD665637B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140641" y="2092482"/>
              <a:ext cx="3272672" cy="1637759"/>
            </a:xfrm>
            <a:prstGeom prst="rect">
              <a:avLst/>
            </a:prstGeom>
          </p:spPr>
        </p:pic>
        <p:pic>
          <p:nvPicPr>
            <p:cNvPr id="39" name="Object 69">
              <a:extLst>
                <a:ext uri="{FF2B5EF4-FFF2-40B4-BE49-F238E27FC236}">
                  <a16:creationId xmlns:a16="http://schemas.microsoft.com/office/drawing/2014/main" id="{AA5693DA-871B-3DE8-0009-25871FF8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12463" y="2202109"/>
              <a:ext cx="2870068" cy="1501319"/>
            </a:xfrm>
            <a:prstGeom prst="rect">
              <a:avLst/>
            </a:prstGeom>
          </p:spPr>
        </p:pic>
        <p:pic>
          <p:nvPicPr>
            <p:cNvPr id="40" name="Object 70">
              <a:extLst>
                <a:ext uri="{FF2B5EF4-FFF2-40B4-BE49-F238E27FC236}">
                  <a16:creationId xmlns:a16="http://schemas.microsoft.com/office/drawing/2014/main" id="{5E4225CD-979E-7895-30A8-D0856F57D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31972" y="5387568"/>
              <a:ext cx="2600113" cy="803782"/>
            </a:xfrm>
            <a:prstGeom prst="rect">
              <a:avLst/>
            </a:prstGeom>
          </p:spPr>
        </p:pic>
        <p:grpSp>
          <p:nvGrpSpPr>
            <p:cNvPr id="41" name="그룹 1016">
              <a:extLst>
                <a:ext uri="{FF2B5EF4-FFF2-40B4-BE49-F238E27FC236}">
                  <a16:creationId xmlns:a16="http://schemas.microsoft.com/office/drawing/2014/main" id="{47288761-E523-64A9-1645-18FA5274A827}"/>
                </a:ext>
              </a:extLst>
            </p:cNvPr>
            <p:cNvGrpSpPr/>
            <p:nvPr/>
          </p:nvGrpSpPr>
          <p:grpSpPr>
            <a:xfrm>
              <a:off x="7566499" y="2366294"/>
              <a:ext cx="2385621" cy="986680"/>
              <a:chOff x="12863708" y="3513670"/>
              <a:chExt cx="4382288" cy="1456510"/>
            </a:xfrm>
          </p:grpSpPr>
          <p:pic>
            <p:nvPicPr>
              <p:cNvPr id="45" name="Object 72">
                <a:extLst>
                  <a:ext uri="{FF2B5EF4-FFF2-40B4-BE49-F238E27FC236}">
                    <a16:creationId xmlns:a16="http://schemas.microsoft.com/office/drawing/2014/main" id="{9A504044-D016-229B-483D-DA7A4BB753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 cstate="print"/>
              <a:stretch>
                <a:fillRect/>
              </a:stretch>
            </p:blipFill>
            <p:spPr>
              <a:xfrm>
                <a:off x="10672564" y="2975882"/>
                <a:ext cx="8764576" cy="2913020"/>
              </a:xfrm>
              <a:prstGeom prst="rect">
                <a:avLst/>
              </a:prstGeom>
            </p:spPr>
          </p:pic>
          <p:pic>
            <p:nvPicPr>
              <p:cNvPr id="46" name="Object 73">
                <a:extLst>
                  <a:ext uri="{FF2B5EF4-FFF2-40B4-BE49-F238E27FC236}">
                    <a16:creationId xmlns:a16="http://schemas.microsoft.com/office/drawing/2014/main" id="{BB71CAE0-AFFC-6646-8BE2-E7141E8C8D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 cstate="print"/>
              <a:stretch>
                <a:fillRect/>
              </a:stretch>
            </p:blipFill>
            <p:spPr>
              <a:xfrm>
                <a:off x="12863708" y="3513670"/>
                <a:ext cx="4382288" cy="1456510"/>
              </a:xfrm>
              <a:prstGeom prst="rect">
                <a:avLst/>
              </a:prstGeom>
            </p:spPr>
          </p:pic>
        </p:grpSp>
        <p:pic>
          <p:nvPicPr>
            <p:cNvPr id="42" name="Object 75">
              <a:extLst>
                <a:ext uri="{FF2B5EF4-FFF2-40B4-BE49-F238E27FC236}">
                  <a16:creationId xmlns:a16="http://schemas.microsoft.com/office/drawing/2014/main" id="{C72ADED3-33CC-00A3-A70D-52C1089AC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63535" y="2483922"/>
              <a:ext cx="2169460" cy="796487"/>
            </a:xfrm>
            <a:prstGeom prst="rect">
              <a:avLst/>
            </a:prstGeom>
          </p:spPr>
        </p:pic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95B74ED-7038-A805-4AE0-F546C6D5EBB8}"/>
                </a:ext>
              </a:extLst>
            </p:cNvPr>
            <p:cNvSpPr/>
            <p:nvPr/>
          </p:nvSpPr>
          <p:spPr>
            <a:xfrm>
              <a:off x="8193042" y="5440917"/>
              <a:ext cx="421608" cy="303204"/>
            </a:xfrm>
            <a:prstGeom prst="rect">
              <a:avLst/>
            </a:prstGeom>
            <a:solidFill>
              <a:srgbClr val="FFCD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0E9E30-67C4-068C-A915-946D9E74B698}"/>
                </a:ext>
              </a:extLst>
            </p:cNvPr>
            <p:cNvSpPr txBox="1"/>
            <p:nvPr/>
          </p:nvSpPr>
          <p:spPr>
            <a:xfrm>
              <a:off x="8056437" y="5406488"/>
              <a:ext cx="829580" cy="376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500" b="1" spc="-100" dirty="0">
                  <a:latin typeface="Arial" panose="020E0802040304020204" pitchFamily="34" charset="0"/>
                </a:rPr>
                <a:t> 학점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두 가지 기준을 모두 충족해야 합니다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36936"/>
            <a:ext cx="5162550" cy="2826941"/>
          </a:xfrm>
          <a:prstGeom prst="roundRect">
            <a:avLst>
              <a:gd name="adj" fmla="val 4380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23950" y="1975301"/>
            <a:ext cx="4682998" cy="709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276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① 과목 출석률</a:t>
            </a:r>
            <a:endParaRPr lang="en-US" sz="28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3950" y="2713259"/>
            <a:ext cx="4682998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350"/>
              </a:lnSpc>
              <a:buNone/>
            </a:pPr>
            <a:r>
              <a:rPr lang="en-US" sz="4800" dirty="0">
                <a:solidFill>
                  <a:schemeClr val="accent2">
                    <a:lumMod val="75000"/>
                  </a:schemeClr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2/3</a:t>
            </a:r>
            <a:r>
              <a:rPr lang="en-US" sz="48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 이상</a:t>
            </a:r>
            <a:endParaRPr lang="en-US" sz="48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3950" y="3881327"/>
            <a:ext cx="4682998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IBM Plex Sans KR" pitchFamily="34" charset="-120"/>
              </a:rPr>
              <a:t>해당 과목 수업 시수의 3분의 2 이상 출석해야 합니다.</a:t>
            </a:r>
            <a:endParaRPr lang="en-US" sz="17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3475" y="1836936"/>
            <a:ext cx="5162550" cy="2826941"/>
          </a:xfrm>
          <a:prstGeom prst="roundRect">
            <a:avLst>
              <a:gd name="adj" fmla="val 4380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21450" y="1972722"/>
            <a:ext cx="4857750" cy="709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276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② 학업 성취율</a:t>
            </a:r>
            <a:endParaRPr lang="en-US" sz="28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21450" y="2713259"/>
            <a:ext cx="4682998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35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40</a:t>
            </a:r>
            <a:r>
              <a:rPr lang="en-US" sz="48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% 이상</a:t>
            </a:r>
            <a:endParaRPr lang="en-US" sz="48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8177" y="3881326"/>
            <a:ext cx="4682998" cy="673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IBM Plex Sans KR" pitchFamily="34" charset="-120"/>
              </a:rPr>
              <a:t>학업 성취율이 40% 이상이어야 </a:t>
            </a:r>
            <a:r>
              <a:rPr lang="en-US" sz="1700" dirty="0" err="1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IBM Plex Sans KR" pitchFamily="34" charset="-120"/>
              </a:rPr>
              <a:t>합니다</a:t>
            </a:r>
            <a:r>
              <a:rPr lang="en-US" sz="1700" dirty="0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IBM Plex Sans KR" pitchFamily="34" charset="-120"/>
              </a:rPr>
              <a:t>.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</a:rPr>
              <a:t>(</a:t>
            </a:r>
            <a:r>
              <a:rPr lang="ko-KR" altLang="en-US" sz="1700" dirty="0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</a:rPr>
              <a:t>선택과목은 과목 출석률만 적용됩니다</a:t>
            </a:r>
            <a:r>
              <a:rPr lang="en-US" altLang="ko-KR" sz="1700" dirty="0">
                <a:solidFill>
                  <a:srgbClr val="2B2926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</a:rPr>
              <a:t>.)</a:t>
            </a:r>
            <a:endParaRPr lang="en-US" sz="17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2800" y="5570934"/>
            <a:ext cx="1088339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두 기준 중 하나라도 도달하지 못하면 미이수가 되며, 보충 지도를 거쳐 이수 처리합니다.</a:t>
            </a:r>
            <a:endParaRPr lang="en-US" sz="17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99AF172-5431-156C-AD46-CD3337DA4B66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1. </a:t>
            </a:r>
            <a:r>
              <a:rPr lang="en-US" b="1" kern="0" spc="150" dirty="0">
                <a:solidFill>
                  <a:srgbClr val="2F6B4F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IBM Plex Sans KR" pitchFamily="34" charset="-120"/>
              </a:rPr>
              <a:t>고교학점제</a:t>
            </a:r>
            <a:endParaRPr 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과목 출석률에 도달하지 못한 경우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42237" y="2019416"/>
            <a:ext cx="8231772" cy="928291"/>
          </a:xfrm>
          <a:prstGeom prst="roundRect">
            <a:avLst>
              <a:gd name="adj" fmla="val 1060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99412" y="2162291"/>
            <a:ext cx="16383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2F6B4F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Jua" pitchFamily="34" charset="-120"/>
              </a:rPr>
              <a:t>미도달 기준</a:t>
            </a:r>
            <a:endParaRPr lang="en-US" sz="19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715512" y="2174991"/>
            <a:ext cx="6018035" cy="65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- 실제 수업 횟수의 출석률 2/3 미만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ts val="24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창의적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체험활동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-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고등학교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3년간 실제 수업 횟수의 출석률 2/3 미만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7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9712" y="3039782"/>
            <a:ext cx="1651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42237" y="3385857"/>
            <a:ext cx="8231772" cy="1151295"/>
          </a:xfrm>
          <a:prstGeom prst="roundRect">
            <a:avLst>
              <a:gd name="adj" fmla="val 1060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899412" y="3528732"/>
            <a:ext cx="16383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2F6B4F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Jua" pitchFamily="34" charset="-120"/>
              </a:rPr>
              <a:t>보충 지도</a:t>
            </a:r>
            <a:endParaRPr lang="en-US" sz="19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15512" y="3449357"/>
            <a:ext cx="5927799" cy="1038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-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추가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학습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ts val="24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창의적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체험활동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- 방학을 포함한 학기 내 또는 학교 밖 교육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등을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                       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통해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학점 취득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11" name="Image 1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9712" y="4537152"/>
            <a:ext cx="1651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642237" y="5014156"/>
            <a:ext cx="8231772" cy="623491"/>
          </a:xfrm>
          <a:prstGeom prst="roundRect">
            <a:avLst>
              <a:gd name="adj" fmla="val 15786"/>
            </a:avLst>
          </a:prstGeom>
          <a:solidFill>
            <a:srgbClr val="E7EFE7"/>
          </a:solidFill>
          <a:ln w="6350">
            <a:solidFill>
              <a:srgbClr val="CBDC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1899412" y="5141820"/>
            <a:ext cx="16383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A8532C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Jua" pitchFamily="34" charset="-120"/>
              </a:rPr>
              <a:t>결과</a:t>
            </a:r>
            <a:endParaRPr lang="en-US" sz="19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15512" y="5154520"/>
            <a:ext cx="592779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해당 과목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이수 처리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F4A05BAA-2E89-583A-43B4-3D39C694BDA8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1. 고교학점제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학업 성취율에 도달하지 못한 경우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71704" y="1941214"/>
            <a:ext cx="7936999" cy="623491"/>
          </a:xfrm>
          <a:prstGeom prst="roundRect">
            <a:avLst>
              <a:gd name="adj" fmla="val 15786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28879" y="2084089"/>
            <a:ext cx="16383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2F6B4F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Jua" pitchFamily="34" charset="-120"/>
              </a:rPr>
              <a:t>미도달 기준</a:t>
            </a:r>
            <a:endParaRPr lang="en-US" sz="19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75745" y="2096789"/>
            <a:ext cx="5996066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학업 성취율 </a:t>
            </a:r>
            <a:r>
              <a:rPr lang="en-US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40% 미만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7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9179" y="2656780"/>
            <a:ext cx="1651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71704" y="3081062"/>
            <a:ext cx="7936999" cy="623491"/>
          </a:xfrm>
          <a:prstGeom prst="roundRect">
            <a:avLst>
              <a:gd name="adj" fmla="val 15786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728879" y="3223937"/>
            <a:ext cx="16383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2F6B4F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Jua" pitchFamily="34" charset="-120"/>
              </a:rPr>
              <a:t>보충 지도</a:t>
            </a:r>
            <a:endParaRPr lang="en-US" sz="19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75745" y="3236637"/>
            <a:ext cx="6206618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최소 성취수준 보장 지도 </a:t>
            </a: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이수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- 1학점당 3시간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11" name="Image 1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9179" y="3796627"/>
            <a:ext cx="1651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471704" y="4142702"/>
            <a:ext cx="7936999" cy="1135064"/>
          </a:xfrm>
          <a:prstGeom prst="roundRect">
            <a:avLst>
              <a:gd name="adj" fmla="val 10603"/>
            </a:avLst>
          </a:prstGeom>
          <a:solidFill>
            <a:srgbClr val="E7EFE7"/>
          </a:solidFill>
          <a:ln w="6350">
            <a:solidFill>
              <a:srgbClr val="CBDC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1728879" y="4285577"/>
            <a:ext cx="16383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A8532C"/>
                </a:solidFill>
                <a:latin typeface="배달의민족 한나체 Pro OTF" panose="020B0600000101010101" pitchFamily="34" charset="-127"/>
                <a:ea typeface="배달의민족 한나체 Pro OTF" panose="020B0600000101010101" pitchFamily="34" charset="-127"/>
                <a:cs typeface="Jua" pitchFamily="34" charset="-120"/>
              </a:rPr>
              <a:t>결과</a:t>
            </a:r>
            <a:endParaRPr lang="en-US" sz="1900" dirty="0">
              <a:latin typeface="배달의민족 한나체 Pro OTF" panose="020B0600000101010101" pitchFamily="34" charset="-127"/>
              <a:ea typeface="배달의민족 한나체 Pro OTF" panose="020B0600000101010101" pitchFamily="34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075745" y="4298277"/>
            <a:ext cx="5996066" cy="103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해당 과목 </a:t>
            </a:r>
            <a:r>
              <a:rPr lang="en-US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이수 처리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성취도는 </a:t>
            </a:r>
            <a:r>
              <a:rPr lang="en-US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E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로 기재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보충학습 여부는 학교생활기록부에 기재하지 않습니다.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</a:t>
            </a:r>
            <a:endParaRPr lang="en-US" sz="13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45CD0FC-1C4D-80EC-FE17-3E1A97A201AD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1. 고교학점제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입학에서 졸업까지의 흐름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E1913CF8-E1D0-A540-44E4-76501C9477C1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1. 고교학점제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B6F87EC-0956-EFE1-3400-A9E93F89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41" y="1906807"/>
            <a:ext cx="9462837" cy="42904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학년별로 무엇을 하게 되나요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833761"/>
            <a:ext cx="3386634" cy="3761581"/>
          </a:xfrm>
          <a:prstGeom prst="roundRect">
            <a:avLst>
              <a:gd name="adj" fmla="val 3750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32053" y="2049661"/>
            <a:ext cx="31481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고 1</a:t>
            </a:r>
            <a:endParaRPr lang="en-US" sz="22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81075" y="2532856"/>
            <a:ext cx="3050084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5566" y="2726531"/>
            <a:ext cx="282110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진로-적성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탐색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8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6217" y="3314502"/>
            <a:ext cx="1397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81075" y="3609777"/>
            <a:ext cx="3050084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5566" y="3803452"/>
            <a:ext cx="282110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진로-학업</a:t>
            </a: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설계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11" name="Image 1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6217" y="4391422"/>
            <a:ext cx="139700" cy="20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81075" y="4686697"/>
            <a:ext cx="3050084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95566" y="4880372"/>
            <a:ext cx="282110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2학년 선택 과목 수강 신청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402634" y="1833761"/>
            <a:ext cx="3386733" cy="3761581"/>
          </a:xfrm>
          <a:prstGeom prst="roundRect">
            <a:avLst>
              <a:gd name="adj" fmla="val 3750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521886" y="2049661"/>
            <a:ext cx="314822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고 2</a:t>
            </a:r>
            <a:endParaRPr lang="en-US" sz="22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70909" y="2532856"/>
            <a:ext cx="3050183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85398" y="2726531"/>
            <a:ext cx="282120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선택과목 수강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18" name="Image 2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6150" y="3314502"/>
            <a:ext cx="139700" cy="203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570909" y="3609777"/>
            <a:ext cx="3050183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685398" y="3803452"/>
            <a:ext cx="282120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 구체화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21" name="Image 3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6150" y="4391422"/>
            <a:ext cx="139700" cy="2032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70909" y="4686697"/>
            <a:ext cx="3050183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685398" y="4880372"/>
            <a:ext cx="282120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3학년 선택 과목 수강 신청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992566" y="1833761"/>
            <a:ext cx="3386634" cy="3761581"/>
          </a:xfrm>
          <a:prstGeom prst="roundRect">
            <a:avLst>
              <a:gd name="adj" fmla="val 3750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8111820" y="2049661"/>
            <a:ext cx="31481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고 3</a:t>
            </a:r>
            <a:endParaRPr lang="en-US" sz="22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160841" y="2532856"/>
            <a:ext cx="3050084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275332" y="2726531"/>
            <a:ext cx="282110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 기반 진학 준비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28" name="Image 4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15984" y="3314502"/>
            <a:ext cx="139700" cy="2032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160841" y="3609777"/>
            <a:ext cx="3050084" cy="689570"/>
          </a:xfrm>
          <a:prstGeom prst="roundRect">
            <a:avLst>
              <a:gd name="adj" fmla="val 1243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8275332" y="3803452"/>
            <a:ext cx="282110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졸업 이후 자신의 미래 설계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/>
              <a:t>09</a:t>
            </a: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1DE0485-496E-6E50-7D45-E90B9D1F1CDE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en-US" b="1" kern="0" spc="150" dirty="0" err="1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고교학점제</a:t>
            </a: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운영 절차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3632" y="1794470"/>
            <a:ext cx="18047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2800" dirty="0">
                <a:solidFill>
                  <a:srgbClr val="1F4032"/>
                </a:solidFill>
                <a:latin typeface="Cafe24 PRO Slim Fit" pitchFamily="2" charset="-127"/>
                <a:ea typeface="Cafe24 PRO Slim Fit" pitchFamily="2" charset="-127"/>
              </a:rPr>
              <a:t>필요한 것은</a:t>
            </a:r>
            <a:endParaRPr lang="en-US" sz="2800" dirty="0">
              <a:solidFill>
                <a:srgbClr val="1F4032"/>
              </a:solidFill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84358" y="3092116"/>
            <a:ext cx="5823284" cy="1996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dist">
              <a:lnSpc>
                <a:spcPts val="5425"/>
              </a:lnSpc>
              <a:buNone/>
            </a:pPr>
            <a:r>
              <a:rPr lang="en-US" sz="35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자신의</a:t>
            </a:r>
            <a:r>
              <a:rPr lang="en-US" sz="35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3500" dirty="0" err="1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꿈을</a:t>
            </a:r>
            <a:r>
              <a:rPr lang="en-US" sz="3500" dirty="0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3500" dirty="0" err="1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설계</a:t>
            </a:r>
            <a:r>
              <a:rPr lang="en-US" sz="35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하는</a:t>
            </a:r>
            <a:r>
              <a:rPr lang="en-US" sz="35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35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역량</a:t>
            </a:r>
            <a:endParaRPr lang="en-US" sz="3500" dirty="0">
              <a:solidFill>
                <a:srgbClr val="1F4032"/>
              </a:solidFill>
              <a:latin typeface="여기어때 잘난체 2 TTF" pitchFamily="2" charset="-127"/>
              <a:ea typeface="여기어때 잘난체 2 TTF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715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2022 개정 교육과정 — 고등학교 편제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pic>
        <p:nvPicPr>
          <p:cNvPr id="3" name="Image 0" descr="고등학교 교육과정 편제 연결선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812800" y="1471002"/>
            <a:ext cx="10566400" cy="4381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975" y="3734526"/>
            <a:ext cx="1847850" cy="695325"/>
          </a:xfrm>
          <a:prstGeom prst="roundRect">
            <a:avLst>
              <a:gd name="adj" fmla="val 20175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1F4032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59061" y="3801980"/>
            <a:ext cx="1361579" cy="57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고등학교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  <a:cs typeface="IBM Plex Sans KR" pitchFamily="34" charset="-120"/>
            </a:endParaRPr>
          </a:p>
          <a:p>
            <a:pPr marL="0" indent="0" algn="ctr">
              <a:buNone/>
            </a:pPr>
            <a:r>
              <a:rPr lang="en-US" dirty="0" err="1"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교육과정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987675" y="280132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E7EFE7"/>
          </a:solidFill>
          <a:ln w="6350">
            <a:solidFill>
              <a:srgbClr val="CBDCCE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34047" y="2863240"/>
            <a:ext cx="137357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교과(군)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87675" y="50555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E7EFE7"/>
          </a:solidFill>
          <a:ln w="6350">
            <a:solidFill>
              <a:srgbClr val="CBDCCE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50005" y="5117490"/>
            <a:ext cx="178551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창의적 체험활동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159375" y="19059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1EADB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49590" y="1967890"/>
            <a:ext cx="131215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보통교과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159375" y="36966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1EADB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76637" y="3758590"/>
            <a:ext cx="98057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전문교과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159375" y="46237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54052" y="4685690"/>
            <a:ext cx="155809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 err="1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자율</a:t>
            </a: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 </a:t>
            </a:r>
            <a:r>
              <a:rPr lang="en-US" dirty="0" err="1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자치</a:t>
            </a: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 활동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59375" y="50555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54053" y="5117490"/>
            <a:ext cx="14919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동아리 활동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159375" y="54873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54052" y="5549290"/>
            <a:ext cx="14919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진로 활동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331075" y="14741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34037" y="1536090"/>
            <a:ext cx="129941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공통 과목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331075" y="23377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1EADB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34037" y="2399690"/>
            <a:ext cx="129941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선택 과목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331075" y="32648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634037" y="3326790"/>
            <a:ext cx="129941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전문 공통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331075" y="36966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634037" y="3758590"/>
            <a:ext cx="129941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전문 일반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331075" y="41284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634037" y="4190390"/>
            <a:ext cx="129941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전문 실무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502775" y="19059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841832" y="1967890"/>
            <a:ext cx="12633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일반 선택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502775" y="23377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841832" y="2399690"/>
            <a:ext cx="12633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진로 선택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502775" y="2769577"/>
            <a:ext cx="1847850" cy="361950"/>
          </a:xfrm>
          <a:prstGeom prst="roundRect">
            <a:avLst>
              <a:gd name="adj" fmla="val 2017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841832" y="2831490"/>
            <a:ext cx="12633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한컴 울주 천전리 각석체" panose="020B0503000000000000" pitchFamily="50" charset="-127"/>
                <a:ea typeface="한컴 울주 천전리 각석체" panose="020B0503000000000000" pitchFamily="50" charset="-127"/>
                <a:cs typeface="IBM Plex Sans KR" pitchFamily="34" charset="-120"/>
              </a:rPr>
              <a:t>융합 선택</a:t>
            </a:r>
            <a:endParaRPr lang="en-US" dirty="0">
              <a:latin typeface="한컴 울주 천전리 각석체" panose="020B0503000000000000" pitchFamily="50" charset="-127"/>
              <a:ea typeface="한컴 울주 천전리 각석체" panose="020B0503000000000000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과목 유형별 특징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36936"/>
            <a:ext cx="5181600" cy="1672431"/>
          </a:xfrm>
          <a:prstGeom prst="roundRect">
            <a:avLst>
              <a:gd name="adj" fmla="val 5885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8550" y="2119511"/>
            <a:ext cx="475494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공통 과목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25742" y="2673151"/>
            <a:ext cx="4427752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학생의 기초소양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함양과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기본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학력</a:t>
            </a:r>
            <a:endParaRPr lang="en-US" sz="2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4425" y="1836936"/>
            <a:ext cx="5181600" cy="1672431"/>
          </a:xfrm>
          <a:prstGeom prst="roundRect">
            <a:avLst>
              <a:gd name="adj" fmla="val 5885"/>
            </a:avLst>
          </a:prstGeom>
          <a:solidFill>
            <a:srgbClr val="FFF9E7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77000" y="2119511"/>
            <a:ext cx="475494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일반 선택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7801" y="2541650"/>
            <a:ext cx="2853341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교과별 학문 영역 내의 주요 학습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내용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이해</a:t>
            </a:r>
            <a:endParaRPr lang="en-US" sz="2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5975" y="3706217"/>
            <a:ext cx="5181600" cy="1672431"/>
          </a:xfrm>
          <a:prstGeom prst="roundRect">
            <a:avLst>
              <a:gd name="adj" fmla="val 5885"/>
            </a:avLst>
          </a:prstGeom>
          <a:solidFill>
            <a:srgbClr val="FFF9E7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8550" y="3988792"/>
            <a:ext cx="475494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진로 선택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25742" y="4511079"/>
            <a:ext cx="475494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교과별 심화학습 및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ko-KR" alt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탐구</a:t>
            </a:r>
            <a:endParaRPr lang="en-US" sz="2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94425" y="3706217"/>
            <a:ext cx="5181600" cy="1672431"/>
          </a:xfrm>
          <a:prstGeom prst="roundRect">
            <a:avLst>
              <a:gd name="adj" fmla="val 5885"/>
            </a:avLst>
          </a:prstGeom>
          <a:solidFill>
            <a:srgbClr val="FFF9E7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7000" y="3988792"/>
            <a:ext cx="475494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융합 선택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7801" y="4402039"/>
            <a:ext cx="4168172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내 /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간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주제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융합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</a:t>
            </a:r>
          </a:p>
          <a:p>
            <a:pPr marL="0" indent="0" algn="l">
              <a:lnSpc>
                <a:spcPts val="2635"/>
              </a:lnSpc>
              <a:buNone/>
            </a:pP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실생활</a:t>
            </a:r>
            <a:r>
              <a:rPr lang="en-US" sz="24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체험 및 </a:t>
            </a:r>
            <a:r>
              <a:rPr lang="en-US" sz="24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응용</a:t>
            </a:r>
            <a:endParaRPr lang="en-US" sz="2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</a:t>
            </a:r>
            <a:endParaRPr lang="en-US" sz="13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BFC2A3E6-8FE9-2501-2AFA-D2C24BF0D57E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3. 2022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개정교육과정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1013998"/>
            <a:ext cx="5280526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교육과정 편제와 학점 배당 기준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989664"/>
              </p:ext>
            </p:extLst>
          </p:nvPr>
        </p:nvGraphicFramePr>
        <p:xfrm>
          <a:off x="974558" y="1579790"/>
          <a:ext cx="10190748" cy="4988574"/>
        </p:xfrm>
        <a:graphic>
          <a:graphicData uri="http://schemas.openxmlformats.org/drawingml/2006/table">
            <a:tbl>
              <a:tblPr/>
              <a:tblGrid>
                <a:gridCol w="305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25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교과(군)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공통 과목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필수 이수 학점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국어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공통국어1, 공통국어2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수학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공통수학1, 공통수학2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영어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공통영어1, 공통영어2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사회(역사/도덕 포함)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한국사1, 한국사2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사회(역사/도덕 포함)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통합사회1, 통합사회2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과학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통합과학1, 통합과학2, 과학탐구실험1, 과학탐구실험2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10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체육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–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10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예술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–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10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기술·가정/정보/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제2외국어/한문/교양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–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16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2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필수 이수 학점 소계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endParaRPr lang="en-US" sz="18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84</a:t>
                      </a: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567505"/>
                  </a:ext>
                </a:extLst>
              </a:tr>
              <a:tr h="33252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자율 이수 학점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+ 90</a:t>
                      </a: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035773"/>
                  </a:ext>
                </a:extLst>
              </a:tr>
              <a:tr h="33252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창의적 체험활동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+ 18</a:t>
                      </a: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164980"/>
                  </a:ext>
                </a:extLst>
              </a:tr>
              <a:tr h="33252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총 이수 학점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192</a:t>
                      </a: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615848"/>
                  </a:ext>
                </a:extLst>
              </a:tr>
            </a:tbl>
          </a:graphicData>
        </a:graphic>
      </p:graphicFrame>
      <p:sp>
        <p:nvSpPr>
          <p:cNvPr id="24" name="Text 2">
            <a:extLst>
              <a:ext uri="{FF2B5EF4-FFF2-40B4-BE49-F238E27FC236}">
                <a16:creationId xmlns:a16="http://schemas.microsoft.com/office/drawing/2014/main" id="{7B9CF524-68BD-4F4C-1E38-1F5792FFCE0B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3. 2022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개정교육과정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152" y="1060900"/>
            <a:ext cx="11092688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과목 유형별 성적 산출 방법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306114"/>
              </p:ext>
            </p:extLst>
          </p:nvPr>
        </p:nvGraphicFramePr>
        <p:xfrm>
          <a:off x="609600" y="1602320"/>
          <a:ext cx="10769600" cy="4561860"/>
        </p:xfrm>
        <a:graphic>
          <a:graphicData uri="http://schemas.openxmlformats.org/drawingml/2006/table">
            <a:tbl>
              <a:tblPr/>
              <a:tblGrid>
                <a:gridCol w="2548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633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구분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절대평가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상대평가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통계 정보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33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 err="1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원점수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성취도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석차등급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성취도별 분포비율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과목평균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ko-KR" altLang="en-US" sz="2000" dirty="0"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charset="0"/>
                        </a:rPr>
                        <a:t>수강자수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105467"/>
                  </a:ext>
                </a:extLst>
              </a:tr>
              <a:tr h="41566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보통교과</a:t>
                      </a:r>
                      <a:endParaRPr lang="en-US" sz="20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ABCDE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5등급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33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사회</a:t>
                      </a: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/</a:t>
                      </a: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과학</a:t>
                      </a: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융합선택</a:t>
                      </a:r>
                      <a:endParaRPr lang="en-US" sz="2000" dirty="0">
                        <a:solidFill>
                          <a:schemeClr val="tx1"/>
                        </a:solidFill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pitchFamily="34" charset="-12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9개 </a:t>
                      </a: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과목</a:t>
                      </a:r>
                      <a:endParaRPr lang="en-US" sz="20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ABCDE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–-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3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체육-예술</a:t>
                      </a: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 /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과학탐구실험</a:t>
                      </a:r>
                      <a:endParaRPr lang="en-US" sz="20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–-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ABC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–-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6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2000" dirty="0" err="1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보통교과</a:t>
                      </a:r>
                      <a:endParaRPr lang="en-US" sz="20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ABCDE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5등급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6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교양</a:t>
                      </a:r>
                      <a:endParaRPr lang="en-US" sz="20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P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–-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-–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6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전문교과</a:t>
                      </a:r>
                      <a:endParaRPr lang="en-US" sz="20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ABCDE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5등급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  <a:cs typeface="IBM Plex Sans KR" pitchFamily="34" charset="-120"/>
                        </a:rPr>
                        <a:t>O</a:t>
                      </a:r>
                      <a:endParaRPr lang="en-US" sz="1600" dirty="0">
                        <a:latin typeface="배달의민족 한나체 Air OTF" panose="020B0600000101010101" pitchFamily="34" charset="-127"/>
                        <a:ea typeface="배달의민족 한나체 Air OTF" panose="020B0600000101010101" pitchFamily="34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14</a:t>
            </a:r>
            <a:endParaRPr lang="en-US" sz="1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3B4D6A2-7FA6-1125-8F5F-0551084B5113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3. 2022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개정교육과정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F1F34793-57BE-CDC1-5A11-62EE454DFDA0}"/>
              </a:ext>
            </a:extLst>
          </p:cNvPr>
          <p:cNvSpPr/>
          <p:nvPr/>
        </p:nvSpPr>
        <p:spPr>
          <a:xfrm rot="13325786">
            <a:off x="7081942" y="3234515"/>
            <a:ext cx="295610" cy="571317"/>
          </a:xfrm>
          <a:prstGeom prst="half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921881-AD7F-45D1-10D6-5AD9B668BDEB}"/>
              </a:ext>
            </a:extLst>
          </p:cNvPr>
          <p:cNvSpPr/>
          <p:nvPr/>
        </p:nvSpPr>
        <p:spPr>
          <a:xfrm>
            <a:off x="767114" y="3416726"/>
            <a:ext cx="2215426" cy="70727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71500"/>
            <a:ext cx="1109268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사회</a:t>
            </a:r>
            <a:r>
              <a:rPr lang="en-US" altLang="ko-KR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/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과학 융합선택 </a:t>
            </a:r>
            <a:r>
              <a:rPr lang="en-US" altLang="ko-KR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9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개 과목</a:t>
            </a:r>
            <a:endParaRPr lang="en-US" sz="26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48506"/>
              </p:ext>
            </p:extLst>
          </p:nvPr>
        </p:nvGraphicFramePr>
        <p:xfrm>
          <a:off x="711200" y="1116310"/>
          <a:ext cx="10769600" cy="4935638"/>
        </p:xfrm>
        <a:graphic>
          <a:graphicData uri="http://schemas.openxmlformats.org/drawingml/2006/table">
            <a:tbl>
              <a:tblPr/>
              <a:tblGrid>
                <a:gridCol w="1184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4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695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교과(군)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공통 과목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일반 선택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진로 선택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융합 선택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542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사회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(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역사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/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도덕 포함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)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한국사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1</a:t>
                      </a: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한국사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세계시민과 지리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세계사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사회와 문화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현대사회와 윤리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한국지리 탐구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도시의 미래 탐구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동아시아 역사 기행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정치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법과사회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경제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윤리와 사상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인문학과 윤리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국제 관계의 이해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여행지리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역사로 탐구하는 현대 세계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사회문제 탐구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금융과 경제생활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윤리문제 탐구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기후변화와 지속가능한 세계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54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통합사회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1</a:t>
                      </a: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통합사회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106730"/>
                  </a:ext>
                </a:extLst>
              </a:tr>
              <a:tr h="959542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ko-KR" alt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과학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통합과학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1</a:t>
                      </a: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통합과학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2</a:t>
                      </a: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물리학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화학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생명과학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지구과학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역학과 에너지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전자기와 양자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물질과 에너지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화학 반응의 세계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세포와 물질대사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생물의 유전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지구시스템과학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 </a:t>
                      </a: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행성우주과학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과학의 역사와 문화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,</a:t>
                      </a: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기후변화와 환경생태</a:t>
                      </a:r>
                      <a:endParaRPr lang="en-US" altLang="ko-KR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융합과학 탐구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5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과학탐구실험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1</a:t>
                      </a: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과학탐구실험</a:t>
                      </a:r>
                      <a:r>
                        <a:rPr lang="en-US" altLang="ko-KR" sz="1800" dirty="0"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charset="0"/>
                        </a:rPr>
                        <a:t>2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023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/>
              <a:t>15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6AA129-EDD0-F8F9-96BD-B2FCC62F88CA}"/>
              </a:ext>
            </a:extLst>
          </p:cNvPr>
          <p:cNvSpPr/>
          <p:nvPr/>
        </p:nvSpPr>
        <p:spPr>
          <a:xfrm>
            <a:off x="8830459" y="1683843"/>
            <a:ext cx="2717838" cy="42538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879955" y="2973388"/>
            <a:ext cx="8491771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7080"/>
              </a:lnSpc>
              <a:buNone/>
            </a:pPr>
            <a:r>
              <a:rPr lang="en-US" sz="59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사회와 대입 제도의 변화</a:t>
            </a:r>
            <a:endParaRPr lang="en-US" sz="59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81163" y="4274378"/>
            <a:ext cx="882967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dirty="0">
                <a:solidFill>
                  <a:srgbClr val="4A5D50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어떤 분야가 커지고 있는지, 대학은 무엇을 보려 하는지 살펴봅니다.</a:t>
            </a:r>
            <a:endParaRPr lang="en-US" sz="20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212975" y="4976053"/>
            <a:ext cx="2556768" cy="577155"/>
          </a:xfrm>
          <a:prstGeom prst="roundRect">
            <a:avLst>
              <a:gd name="adj" fmla="val 14853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374109" y="5118928"/>
            <a:ext cx="2234501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국가전략기술과 첨단학과</a:t>
            </a:r>
            <a:endParaRPr lang="en-US" sz="17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903093" y="4976053"/>
            <a:ext cx="2213868" cy="577155"/>
          </a:xfrm>
          <a:prstGeom prst="roundRect">
            <a:avLst>
              <a:gd name="adj" fmla="val 14853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069370" y="5118928"/>
            <a:ext cx="1881314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2028 대입 모집 인원</a:t>
            </a:r>
            <a:endParaRPr lang="en-US" sz="17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50311" y="4976053"/>
            <a:ext cx="2728615" cy="577155"/>
          </a:xfrm>
          <a:prstGeom prst="roundRect">
            <a:avLst>
              <a:gd name="adj" fmla="val 14853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408867" y="5118928"/>
            <a:ext cx="2411503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내신 5등급제와 2029 대입</a:t>
            </a:r>
            <a:endParaRPr lang="en-US" sz="17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38951803-4DC4-636E-B0E7-AEC573A683FA}"/>
              </a:ext>
            </a:extLst>
          </p:cNvPr>
          <p:cNvSpPr/>
          <p:nvPr/>
        </p:nvSpPr>
        <p:spPr>
          <a:xfrm>
            <a:off x="5396163" y="1371600"/>
            <a:ext cx="1485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8500"/>
              </a:lnSpc>
              <a:buNone/>
            </a:pPr>
            <a:r>
              <a:rPr lang="en-US" sz="8500" dirty="0">
                <a:solidFill>
                  <a:srgbClr val="C1663A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</a:rPr>
              <a:t>02</a:t>
            </a:r>
            <a:endParaRPr lang="en-US" sz="85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pic>
        <p:nvPicPr>
          <p:cNvPr id="15" name="Image 0" descr="line">
            <a:extLst>
              <a:ext uri="{FF2B5EF4-FFF2-40B4-BE49-F238E27FC236}">
                <a16:creationId xmlns:a16="http://schemas.microsoft.com/office/drawing/2014/main" id="{AE75605C-8628-9E15-E47D-322D4B693D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53943" y="2407583"/>
            <a:ext cx="8890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87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과목을</a:t>
            </a: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32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고르기까지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/>
              <a:t>17</a:t>
            </a: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F5AF5671-3503-704E-04A7-82D796C8F210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진로</a:t>
            </a:r>
            <a:r>
              <a:rPr lang="en-US" altLang="ko-KR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,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전공</a:t>
            </a:r>
            <a:r>
              <a:rPr lang="en-US" altLang="ko-KR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,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과목 선택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graphicFrame>
        <p:nvGraphicFramePr>
          <p:cNvPr id="40" name="다이어그램 39">
            <a:extLst>
              <a:ext uri="{FF2B5EF4-FFF2-40B4-BE49-F238E27FC236}">
                <a16:creationId xmlns:a16="http://schemas.microsoft.com/office/drawing/2014/main" id="{F6CDD562-49D0-968D-BA34-268DBEC8C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509135"/>
              </p:ext>
            </p:extLst>
          </p:nvPr>
        </p:nvGraphicFramePr>
        <p:xfrm>
          <a:off x="2947821" y="1579761"/>
          <a:ext cx="7327989" cy="446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6" name="그림 45">
            <a:extLst>
              <a:ext uri="{FF2B5EF4-FFF2-40B4-BE49-F238E27FC236}">
                <a16:creationId xmlns:a16="http://schemas.microsoft.com/office/drawing/2014/main" id="{0AF15872-78AD-2051-FB4F-A58EA273FD5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131810" y="1982272"/>
            <a:ext cx="2046209" cy="370935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신성장 4.0 — 3대 분야 15대 프로젝트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579761"/>
            <a:ext cx="7797800" cy="700980"/>
          </a:xfrm>
          <a:prstGeom prst="roundRect">
            <a:avLst>
              <a:gd name="adj" fmla="val 14494"/>
            </a:avLst>
          </a:prstGeom>
          <a:solidFill>
            <a:srgbClr val="E7EF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77900" y="1800721"/>
            <a:ext cx="145325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3대 게임체인저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84475" y="1722636"/>
            <a:ext cx="143797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95587" y="1814711"/>
            <a:ext cx="13744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내삶속의 디지털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05002" y="1722636"/>
            <a:ext cx="107880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63752" y="1814711"/>
            <a:ext cx="84385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바이오혁신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66358" y="1722636"/>
            <a:ext cx="1596529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04022" y="1814711"/>
            <a:ext cx="136157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미래의료 핵심기술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45437" y="1722636"/>
            <a:ext cx="92015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20457" y="1821472"/>
            <a:ext cx="6852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양자기술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2800" y="2382341"/>
            <a:ext cx="7797800" cy="700980"/>
          </a:xfrm>
          <a:prstGeom prst="roundRect">
            <a:avLst>
              <a:gd name="adj" fmla="val 14494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7900" y="2603302"/>
            <a:ext cx="145325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A8532C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주력 전략산업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84475" y="2525216"/>
            <a:ext cx="761603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14562" y="2617291"/>
            <a:ext cx="52665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반도체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28628" y="2525216"/>
            <a:ext cx="107880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58715" y="2617291"/>
            <a:ext cx="84385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디스플레이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89984" y="2525216"/>
            <a:ext cx="92015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20071" y="2617291"/>
            <a:ext cx="6852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이차전지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92688" y="2525216"/>
            <a:ext cx="116274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22775" y="2617291"/>
            <a:ext cx="92779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조선 및 해운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2800" y="3184922"/>
            <a:ext cx="7797800" cy="1198761"/>
          </a:xfrm>
          <a:prstGeom prst="roundRect">
            <a:avLst>
              <a:gd name="adj" fmla="val 8475"/>
            </a:avLst>
          </a:prstGeom>
          <a:solidFill>
            <a:srgbClr val="F6E7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77900" y="3654723"/>
            <a:ext cx="145325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A8532C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미래유망산업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84475" y="3327797"/>
            <a:ext cx="143797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914562" y="3419872"/>
            <a:ext cx="120302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미래형 모빌리티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05002" y="3327797"/>
            <a:ext cx="127932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35089" y="3419872"/>
            <a:ext cx="10443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에너지 신기술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66879" y="3327797"/>
            <a:ext cx="112077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96966" y="3419872"/>
            <a:ext cx="88582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차세대 물류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70204" y="3327797"/>
            <a:ext cx="920155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00291" y="3419872"/>
            <a:ext cx="6852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우주탐사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84475" y="3825577"/>
            <a:ext cx="123735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914562" y="3917652"/>
            <a:ext cx="100240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탄소중립도시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104382" y="3825577"/>
            <a:ext cx="127932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34469" y="3917652"/>
            <a:ext cx="10443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스마트 그리드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66259" y="3825577"/>
            <a:ext cx="127932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96346" y="3917652"/>
            <a:ext cx="10443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스마트 농어업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2800" y="4485283"/>
            <a:ext cx="7797800" cy="797520"/>
          </a:xfrm>
          <a:prstGeom prst="roundRect">
            <a:avLst>
              <a:gd name="adj" fmla="val 12739"/>
            </a:avLst>
          </a:prstGeom>
          <a:solidFill>
            <a:srgbClr val="E7E4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77900" y="4624983"/>
            <a:ext cx="1453257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5B5379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글로벌 가치창출 산업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84475" y="4676378"/>
            <a:ext cx="145325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914562" y="4768453"/>
            <a:ext cx="121830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K-컬처 융합관광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320282" y="4676378"/>
            <a:ext cx="1638498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450369" y="4768453"/>
            <a:ext cx="140354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한국의 디지털 혁신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041330" y="4676378"/>
            <a:ext cx="1479947" cy="415230"/>
          </a:xfrm>
          <a:prstGeom prst="roundRect">
            <a:avLst>
              <a:gd name="adj" fmla="val 1758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171417" y="4768453"/>
            <a:ext cx="124499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빅딜 수주 릴레이</a:t>
            </a:r>
            <a:endParaRPr lang="en-US" sz="16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pic>
        <p:nvPicPr>
          <p:cNvPr id="48" name="Image 0" descr="신성장 4.0 전략 15대 프로젝트 2025년 추진계획 (기획재정부)"/>
          <p:cNvPicPr>
            <a:picLocks noChangeAspect="1"/>
          </p:cNvPicPr>
          <p:nvPr/>
        </p:nvPicPr>
        <p:blipFill>
          <a:blip r:embed="rId3"/>
          <a:srcRect t="-84" b="-84"/>
          <a:stretch/>
        </p:blipFill>
        <p:spPr>
          <a:xfrm>
            <a:off x="8845549" y="1586111"/>
            <a:ext cx="3082417" cy="463137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8842375" y="1582936"/>
            <a:ext cx="2533650" cy="3803650"/>
          </a:xfrm>
          <a:prstGeom prst="rect">
            <a:avLst/>
          </a:prstGeom>
          <a:noFill/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812800" y="5542161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자료: 기획재정부 「신성장 4.0 전략 15대 프로젝트 2025년 </a:t>
            </a:r>
            <a:r>
              <a:rPr lang="en-US" sz="1300" dirty="0" err="1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추진계획</a:t>
            </a: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/>
              <a:t>18</a:t>
            </a:r>
          </a:p>
        </p:txBody>
      </p:sp>
      <p:sp>
        <p:nvSpPr>
          <p:cNvPr id="54" name="Text 2">
            <a:extLst>
              <a:ext uri="{FF2B5EF4-FFF2-40B4-BE49-F238E27FC236}">
                <a16:creationId xmlns:a16="http://schemas.microsoft.com/office/drawing/2014/main" id="{8CFC6E00-1DEB-5AC3-7DB1-8FB813BAF1F3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D7128-0AB8-B473-0F52-83AD392B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B16C760C-9977-81D0-7A1B-76764AA7F49F}"/>
              </a:ext>
            </a:extLst>
          </p:cNvPr>
          <p:cNvSpPr/>
          <p:nvPr/>
        </p:nvSpPr>
        <p:spPr>
          <a:xfrm>
            <a:off x="5193632" y="1794470"/>
            <a:ext cx="18047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2800" dirty="0">
                <a:latin typeface="Cafe24 PRO Slim Fit" pitchFamily="2" charset="-127"/>
                <a:ea typeface="Cafe24 PRO Slim Fit" pitchFamily="2" charset="-127"/>
              </a:rPr>
              <a:t>왜 중요한가</a:t>
            </a:r>
            <a:r>
              <a:rPr lang="en-US" altLang="ko-KR" sz="2800" dirty="0">
                <a:latin typeface="Cafe24 PRO Slim Fit" pitchFamily="2" charset="-127"/>
                <a:ea typeface="Cafe24 PRO Slim Fit" pitchFamily="2" charset="-127"/>
              </a:rPr>
              <a:t>?</a:t>
            </a:r>
            <a:endParaRPr lang="en-US" sz="2800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030136A-510F-7C8F-9D10-359DFE09E433}"/>
              </a:ext>
            </a:extLst>
          </p:cNvPr>
          <p:cNvSpPr/>
          <p:nvPr/>
        </p:nvSpPr>
        <p:spPr>
          <a:xfrm>
            <a:off x="1336431" y="3092116"/>
            <a:ext cx="10058400" cy="30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5425"/>
              </a:lnSpc>
              <a:buNone/>
            </a:pPr>
            <a:r>
              <a:rPr lang="ko-KR" altLang="en-US" sz="2800" dirty="0"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이 목록이 대학의 첨단학과 신설과 정원 증원으로 이어집니다</a:t>
            </a:r>
            <a:r>
              <a:rPr lang="en-US" altLang="ko-KR" sz="2800" dirty="0"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Jua" pitchFamily="34" charset="-120"/>
              </a:rPr>
              <a:t>.</a:t>
            </a:r>
          </a:p>
          <a:p>
            <a:pPr marL="0" indent="0" algn="ctr">
              <a:lnSpc>
                <a:spcPts val="5425"/>
              </a:lnSpc>
              <a:buNone/>
            </a:pPr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</a:rPr>
              <a:t>“</a:t>
            </a:r>
            <a:r>
              <a:rPr lang="ko-KR" altLang="en-US" sz="2800" dirty="0">
                <a:solidFill>
                  <a:schemeClr val="accent6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</a:rPr>
              <a:t>무엇을 좋아하는가</a:t>
            </a:r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</a:rPr>
              <a:t>”</a:t>
            </a:r>
            <a:r>
              <a:rPr lang="ko-KR" altLang="en-US" sz="2800" dirty="0">
                <a:latin typeface="여기어때 잘난체 2" panose="00000500000000000000" pitchFamily="50" charset="-127"/>
                <a:ea typeface="여기어때 잘난체 2" panose="00000500000000000000" pitchFamily="50" charset="-127"/>
              </a:rPr>
              <a:t>만큼</a:t>
            </a:r>
            <a:endParaRPr lang="en-US" altLang="ko-KR" sz="28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  <a:p>
            <a:pPr marL="0" indent="0" algn="ctr">
              <a:lnSpc>
                <a:spcPts val="5425"/>
              </a:lnSpc>
              <a:buNone/>
            </a:pP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</a:rPr>
              <a:t>“</a:t>
            </a: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</a:rPr>
              <a:t>어떤 분야가  유망한가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</a:rPr>
              <a:t>”</a:t>
            </a:r>
            <a:r>
              <a:rPr lang="ko-KR" altLang="en-US" sz="2800" dirty="0">
                <a:latin typeface="여기어때 잘난체 2" panose="00000500000000000000" pitchFamily="50" charset="-127"/>
                <a:ea typeface="여기어때 잘난체 2" panose="00000500000000000000" pitchFamily="50" charset="-127"/>
              </a:rPr>
              <a:t>를 같이 보아야 하는 이유입니다</a:t>
            </a:r>
            <a:r>
              <a:rPr lang="en-US" altLang="ko-KR" sz="2800" dirty="0">
                <a:latin typeface="여기어때 잘난체 2" panose="00000500000000000000" pitchFamily="50" charset="-127"/>
                <a:ea typeface="여기어때 잘난체 2" panose="00000500000000000000" pitchFamily="50" charset="-127"/>
              </a:rPr>
              <a:t>.</a:t>
            </a:r>
            <a:endParaRPr lang="en-US" sz="28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9411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005874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2027학년도 첨단학과 개설 현황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5975" y="1570329"/>
            <a:ext cx="3414117" cy="1071761"/>
          </a:xfrm>
          <a:prstGeom prst="roundRect">
            <a:avLst>
              <a:gd name="adj" fmla="val 918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09650" y="1725904"/>
            <a:ext cx="3117570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33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88</a:t>
            </a:r>
            <a:r>
              <a:rPr lang="en-US" sz="3300" dirty="0">
                <a:solidFill>
                  <a:srgbClr val="6F6960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개교</a:t>
            </a:r>
            <a:endParaRPr lang="en-US" sz="33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8842" y="1570329"/>
            <a:ext cx="3414216" cy="1071761"/>
          </a:xfrm>
          <a:prstGeom prst="roundRect">
            <a:avLst>
              <a:gd name="adj" fmla="val 918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82517" y="1725904"/>
            <a:ext cx="31176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33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313</a:t>
            </a:r>
            <a:r>
              <a:rPr lang="en-US" sz="3300" dirty="0">
                <a:solidFill>
                  <a:srgbClr val="6F6960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개 학과</a:t>
            </a:r>
            <a:endParaRPr lang="en-US" sz="33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61809" y="1570329"/>
            <a:ext cx="3414216" cy="1071761"/>
          </a:xfrm>
          <a:prstGeom prst="roundRect">
            <a:avLst>
              <a:gd name="adj" fmla="val 918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55484" y="1725904"/>
            <a:ext cx="31176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33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147</a:t>
            </a:r>
            <a:r>
              <a:rPr lang="en-US" sz="3300" dirty="0">
                <a:solidFill>
                  <a:srgbClr val="6F6960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개 학과</a:t>
            </a:r>
            <a:endParaRPr lang="en-US" sz="33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2800" y="2797665"/>
            <a:ext cx="10566400" cy="2773263"/>
          </a:xfrm>
          <a:prstGeom prst="roundRect">
            <a:avLst>
              <a:gd name="adj" fmla="val 4121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1400" y="2988165"/>
            <a:ext cx="800668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F4032"/>
                </a:solidFill>
                <a:latin typeface="Cafe24 PRO Slim Fit" pitchFamily="2" charset="-127"/>
                <a:ea typeface="Cafe24 PRO Slim Fit" pitchFamily="2" charset="-127"/>
                <a:cs typeface="Jua" pitchFamily="34" charset="-120"/>
              </a:rPr>
              <a:t>분야별 개설 학과 수</a:t>
            </a:r>
            <a:endParaRPr lang="en-US" sz="1800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40162" y="3427804"/>
            <a:ext cx="22129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인공지능 · 소프트웨어 · 데이터</a:t>
            </a:r>
            <a:endParaRPr lang="en-US" sz="14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65519" y="3457570"/>
            <a:ext cx="3810000" cy="215900"/>
          </a:xfrm>
          <a:prstGeom prst="roundRect">
            <a:avLst>
              <a:gd name="adj" fmla="val 23529"/>
            </a:avLst>
          </a:prstGeom>
          <a:solidFill>
            <a:srgbClr val="C1663A"/>
          </a:solidFill>
          <a:ln/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15219" y="3427804"/>
            <a:ext cx="580727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118개</a:t>
            </a:r>
            <a:endParaRPr lang="en-US" sz="15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40162" y="3766834"/>
            <a:ext cx="22129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이차전지 · 에너지 · 신소재</a:t>
            </a:r>
            <a:endParaRPr lang="en-US" sz="14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65519" y="3796600"/>
            <a:ext cx="1549400" cy="215900"/>
          </a:xfrm>
          <a:prstGeom prst="roundRect">
            <a:avLst>
              <a:gd name="adj" fmla="val 23529"/>
            </a:avLst>
          </a:prstGeom>
          <a:solidFill>
            <a:srgbClr val="2F6B4F"/>
          </a:solidFill>
          <a:ln/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54619" y="3766834"/>
            <a:ext cx="462657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48개</a:t>
            </a:r>
            <a:endParaRPr lang="en-US" sz="15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40162" y="4105865"/>
            <a:ext cx="22129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바이오 · 헬스케어</a:t>
            </a:r>
            <a:endParaRPr lang="en-US" sz="14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65519" y="4135630"/>
            <a:ext cx="1320800" cy="215900"/>
          </a:xfrm>
          <a:prstGeom prst="roundRect">
            <a:avLst>
              <a:gd name="adj" fmla="val 23529"/>
            </a:avLst>
          </a:prstGeom>
          <a:solidFill>
            <a:srgbClr val="2F6B4F"/>
          </a:solidFill>
          <a:ln/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26019" y="4105865"/>
            <a:ext cx="462657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41개</a:t>
            </a:r>
            <a:endParaRPr lang="en-US" sz="15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40162" y="4444895"/>
            <a:ext cx="22129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모빌리티 · 로봇 · 항공우주</a:t>
            </a:r>
            <a:endParaRPr lang="en-US" sz="14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65519" y="4474661"/>
            <a:ext cx="1289050" cy="215900"/>
          </a:xfrm>
          <a:prstGeom prst="roundRect">
            <a:avLst>
              <a:gd name="adj" fmla="val 23529"/>
            </a:avLst>
          </a:prstGeom>
          <a:solidFill>
            <a:srgbClr val="2F6B4F"/>
          </a:solidFill>
          <a:ln/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94269" y="4444895"/>
            <a:ext cx="462657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40개</a:t>
            </a:r>
            <a:endParaRPr lang="en-US" sz="15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40162" y="4783926"/>
            <a:ext cx="22129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반도체 · 디스플레이</a:t>
            </a:r>
            <a:endParaRPr lang="en-US" sz="14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65519" y="4813691"/>
            <a:ext cx="1092200" cy="215900"/>
          </a:xfrm>
          <a:prstGeom prst="roundRect">
            <a:avLst>
              <a:gd name="adj" fmla="val 23529"/>
            </a:avLst>
          </a:prstGeom>
          <a:solidFill>
            <a:srgbClr val="2F6B4F"/>
          </a:solidFill>
          <a:ln/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97419" y="4783926"/>
            <a:ext cx="462657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34개</a:t>
            </a:r>
            <a:endParaRPr lang="en-US" sz="15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40162" y="5122956"/>
            <a:ext cx="22129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스마트시티 등 기타 첨단융합</a:t>
            </a:r>
            <a:endParaRPr lang="en-US" sz="14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65519" y="5152722"/>
            <a:ext cx="1028700" cy="215900"/>
          </a:xfrm>
          <a:prstGeom prst="roundRect">
            <a:avLst>
              <a:gd name="adj" fmla="val 23529"/>
            </a:avLst>
          </a:prstGeom>
          <a:solidFill>
            <a:srgbClr val="2F6B4F"/>
          </a:solidFill>
          <a:ln/>
        </p:spPr>
        <p:txBody>
          <a:bodyPr/>
          <a:lstStyle/>
          <a:p>
            <a:endParaRPr lang="ko-KR" altLang="en-US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33919" y="5122956"/>
            <a:ext cx="462657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32개</a:t>
            </a:r>
            <a:endParaRPr lang="en-US" sz="155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12800" y="5723329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자료: 한국대학교육협의회 「2027학년도 첨단학과 현황」(2026. 8.) — 학과 수는 모집단위 기준, 분야 분류는 학과명 기준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691EBCCE-40E7-B7AF-39A6-D000EDCCB202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962087"/>
            <a:ext cx="1109268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첨단학과 개설 </a:t>
            </a:r>
            <a:r>
              <a:rPr lang="en-US" sz="26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대학</a:t>
            </a: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- 서울</a:t>
            </a:r>
            <a:endParaRPr lang="en-US" sz="26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123498"/>
              </p:ext>
            </p:extLst>
          </p:nvPr>
        </p:nvGraphicFramePr>
        <p:xfrm>
          <a:off x="711200" y="1602285"/>
          <a:ext cx="10769600" cy="3922479"/>
        </p:xfrm>
        <a:graphic>
          <a:graphicData uri="http://schemas.openxmlformats.org/drawingml/2006/table">
            <a:tbl>
              <a:tblPr/>
              <a:tblGrid>
                <a:gridCol w="96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2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지역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대학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주요 개설 첨단학과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학과 수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세종대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인공지능데이터사이언스, AI로봇, 양자지능정보, 지능형드론융합, 첨단융합계열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중앙대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지능형반도체공, AI, 소프트웨어학부, 에너지시스템공, 첨단소재공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7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한양대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융합전자공, 컴퓨터소프트웨어, 데이터사이언스, 미래자동차공, 에너지공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7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국민대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인공지능학부, 지능형반도체융합전자, 미래모빌리티, AI디자인, 바이오의과학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성신여대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융합AI반도체공, AI융합, 바이오신약의과학부, 화학·에너지융합학부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숭실대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AI소프트웨어학부, 컴퓨터학부, 지능전자공, 화학공, 정보통계·보험수리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가톨릭대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인공지능, 데이터사이언스, 바이오메디컬소프트웨어, AI의공, 바이오로직스공학부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5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8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서울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경희대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반도체공, 인공지능, 미래정보디스플레이학부, 빅데이터응용, 스마트팜과학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5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200" y="5784850"/>
            <a:ext cx="1109268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첨단학과를 여러 개 개설한 대학 기준 · 자료: 한국대학교육협의회 「2027학년도 첨단학과 현황」(2026. 8.)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21</a:t>
            </a:r>
            <a:endParaRPr lang="en-US" sz="1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5BCBBF4-8E4D-01CC-AA94-DDA8160EC864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844550"/>
            <a:ext cx="1109268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첨단학과 개설 </a:t>
            </a:r>
            <a:r>
              <a:rPr lang="en-US" sz="26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대학</a:t>
            </a: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– 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대구</a:t>
            </a:r>
            <a:r>
              <a:rPr lang="en-US" altLang="ko-KR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, 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경북</a:t>
            </a:r>
            <a:r>
              <a:rPr lang="en-US" altLang="ko-KR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, 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부산</a:t>
            </a:r>
            <a:r>
              <a:rPr lang="en-US" altLang="ko-KR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, 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경남</a:t>
            </a:r>
            <a:endParaRPr lang="en-US" sz="26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853477"/>
              </p:ext>
            </p:extLst>
          </p:nvPr>
        </p:nvGraphicFramePr>
        <p:xfrm>
          <a:off x="711200" y="1470716"/>
          <a:ext cx="10769600" cy="4569054"/>
        </p:xfrm>
        <a:graphic>
          <a:graphicData uri="http://schemas.openxmlformats.org/drawingml/2006/table">
            <a:tbl>
              <a:tblPr/>
              <a:tblGrid>
                <a:gridCol w="96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2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4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지역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대학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주요 개설 첨단학과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학과 수</a:t>
                      </a:r>
                      <a:endParaRPr lang="en-US" sz="18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대구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경북대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인공지능시스템, 전자공학부(인공지능), 로봇공, 우주공학부, 혁신신약, 스마트모빌리티공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14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734122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경북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국립금오공과대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반도체소부장전공, AX융합, 인공지능공학전공, 스마트모빌리티전공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482746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경북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영남대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차세대반도체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653422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반도체공학전공, AI컴퓨터공학부, 첨단융합학부, 항공우주공, 재료공, 산업공학부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14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국립부경대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나노융합반도체공학부, 스마트모빌리티공, 디지털금융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국립한국해양대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나노반도체공학전공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동의대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인공지능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동서대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디지털금융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경남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국립창원대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첨단지능정보공, 지능로봇융합공, 스마트오션모빌리티공, 우주항공공학부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971406"/>
                  </a:ext>
                </a:extLst>
              </a:tr>
              <a:tr h="39664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경남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경상국립대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반도체공, 제어로봇공, 항공우주공학부, 스마트에너지기계공, 항노화신소재과학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14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0007" marR="60007" marT="60007" marB="60007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200" y="5921375"/>
            <a:ext cx="1109268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첨단학과를 여러 개 개설한 대학 기준 · 자료: 한국대학교육협의회 「2027학년도 첨단학과 현황」(2026. 8.)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22</a:t>
            </a:r>
            <a:endParaRPr lang="en-US" sz="1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285DCCE-D87A-DA87-37A0-2708E4D46D09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0235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첨단분야 취업연계형 계약학과 — 기업별 </a:t>
            </a:r>
            <a:r>
              <a:rPr lang="en-US" sz="32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모집</a:t>
            </a: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32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인원</a:t>
            </a: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(2027)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296400" y="1756534"/>
            <a:ext cx="2540000" cy="2695972"/>
          </a:xfrm>
          <a:prstGeom prst="roundRect">
            <a:avLst>
              <a:gd name="adj" fmla="val 4500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12300" y="1985134"/>
            <a:ext cx="217144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ko-KR" altLang="en-US" sz="4000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총 </a:t>
            </a:r>
            <a:r>
              <a:rPr lang="en-US" sz="4000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720명</a:t>
            </a:r>
            <a:endParaRPr lang="en-US" sz="4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12300" y="2632834"/>
            <a:ext cx="217144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18개 학과 총 모집 인원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pic>
        <p:nvPicPr>
          <p:cNvPr id="2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12300" y="3007484"/>
            <a:ext cx="444500" cy="254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512300" y="3121784"/>
            <a:ext cx="2171446" cy="1127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졸업 후 해당 </a:t>
            </a:r>
            <a:r>
              <a:rPr lang="en-US" dirty="0" err="1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기업</a:t>
            </a:r>
            <a:r>
              <a:rPr lang="en-US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</a:t>
            </a:r>
            <a:r>
              <a:rPr lang="en-US" dirty="0" err="1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채용이</a:t>
            </a:r>
            <a:endParaRPr lang="en-US" dirty="0">
              <a:solidFill>
                <a:srgbClr val="2B2926"/>
              </a:solidFill>
              <a:latin typeface="배달의민족 한나체 Air OTF" panose="020B0600000101010101" pitchFamily="34" charset="-127"/>
              <a:ea typeface="배달의민족 한나체 Air OTF" panose="020B0600000101010101" pitchFamily="34" charset="-127"/>
              <a:cs typeface="IBM Plex Sans KR" pitchFamily="34" charset="-120"/>
            </a:endParaRPr>
          </a:p>
          <a:p>
            <a:pPr marL="0" indent="0" algn="l">
              <a:lnSpc>
                <a:spcPts val="2170"/>
              </a:lnSpc>
              <a:buNone/>
            </a:pPr>
            <a:r>
              <a:rPr lang="en-US" dirty="0" err="1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연계되는</a:t>
            </a:r>
            <a:r>
              <a:rPr lang="en-US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</a:t>
            </a:r>
            <a:r>
              <a:rPr lang="en-US" dirty="0" err="1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학과입니다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23</a:t>
            </a:r>
            <a:endParaRPr lang="en-US" sz="1300" dirty="0"/>
          </a:p>
        </p:txBody>
      </p: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40869ADC-B298-D813-D4D9-8F05918720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2207569"/>
              </p:ext>
            </p:extLst>
          </p:nvPr>
        </p:nvGraphicFramePr>
        <p:xfrm>
          <a:off x="918792" y="1758462"/>
          <a:ext cx="8224954" cy="4339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 2">
            <a:extLst>
              <a:ext uri="{FF2B5EF4-FFF2-40B4-BE49-F238E27FC236}">
                <a16:creationId xmlns:a16="http://schemas.microsoft.com/office/drawing/2014/main" id="{6AFA6708-5A65-E1D5-D7F2-0AFD5B8FA169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903504"/>
            <a:ext cx="11092688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취업연계형 계약학과 참여 대학 · 기업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968686"/>
              </p:ext>
            </p:extLst>
          </p:nvPr>
        </p:nvGraphicFramePr>
        <p:xfrm>
          <a:off x="711200" y="1551203"/>
          <a:ext cx="5270500" cy="4089840"/>
        </p:xfrm>
        <a:graphic>
          <a:graphicData uri="http://schemas.openxmlformats.org/drawingml/2006/table">
            <a:tbl>
              <a:tblPr/>
              <a:tblGrid>
                <a:gridCol w="1159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대학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학과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계약기업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인원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경북대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모바일AI공학전공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568007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부산대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스마트가전공학과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LG전자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고려대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스마트모빌리티학부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현대자동차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50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고려대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SK하이닉스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고려대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차세대통신학과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서강대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시스템반도체공학과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SK하이닉스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성균관대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반도체시스템공학과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70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성균관대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지능형소프트웨어학과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50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성균관대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배터리학과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삼성SDI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999764"/>
              </p:ext>
            </p:extLst>
          </p:nvPr>
        </p:nvGraphicFramePr>
        <p:xfrm>
          <a:off x="6210300" y="1551203"/>
          <a:ext cx="5270500" cy="4253626"/>
        </p:xfrm>
        <a:graphic>
          <a:graphicData uri="http://schemas.openxmlformats.org/drawingml/2006/table">
            <a:tbl>
              <a:tblPr/>
              <a:tblGrid>
                <a:gridCol w="1159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대학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학과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계약기업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인원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숭실대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정보보호학과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LG유플러스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연세대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시스템반도체공학과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100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연세대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디스플레이융합공학과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LG디스플레이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포스텍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한양대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SK하이닉스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DGIST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GIST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KAIST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반도체시스템공학과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UNIST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반도체공학과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삼성전자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711200" y="5784850"/>
            <a:ext cx="1109268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18개 학과 총 720명 · 2027학년도 모집 기준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24</a:t>
            </a:r>
            <a:endParaRPr lang="en-US" sz="13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D3CE31D-F311-3A96-B981-86CCAF6E95AC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968189"/>
            <a:ext cx="1109268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4년제 일반대학 조기취업형 계약학과 (2027학년도) ①</a:t>
            </a:r>
            <a:endParaRPr lang="en-US" sz="26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212341"/>
              </p:ext>
            </p:extLst>
          </p:nvPr>
        </p:nvGraphicFramePr>
        <p:xfrm>
          <a:off x="711200" y="1594428"/>
          <a:ext cx="10769600" cy="3895756"/>
        </p:xfrm>
        <a:graphic>
          <a:graphicData uri="http://schemas.openxmlformats.org/drawingml/2006/table">
            <a:tbl>
              <a:tblPr/>
              <a:tblGrid>
                <a:gridCol w="86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2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948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지역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대학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학과 (모집 인원)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인원</a:t>
                      </a:r>
                      <a:endParaRPr lang="en-US" sz="16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4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경북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경일대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스마트팩토리공학부(45), 스마트전력·에너지공학부(45),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스마트푸드테크학과(25), 방위산업시스템학과(25)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140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741410"/>
                  </a:ext>
                </a:extLst>
              </a:tr>
              <a:tr h="7474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가천대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게임영상학과(30), 미래자동차학과(30), 바이오의료기기학과(35),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반도체디스플레이학과(130), 반도체설계학과(35)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260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4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한국공학대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스마트그린소재공학과(25), 스마트전자공학과(30),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AI소프트웨어학과(40), IT융합디자인공학과(25)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120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4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경기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한양대(ERICA)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건축IT융합전공(30), 로봇융합전공(30), 소재부품융합전공(30),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스마트ICT융합전공(30), 지속가능건축융합전공(30)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150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948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충남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7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순천향대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첨단융합공학부(130)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130</a:t>
                      </a:r>
                      <a:endParaRPr lang="en-US" sz="16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200" y="5737225"/>
            <a:ext cx="11092688" cy="320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입학과 동시에 기업에 취업해 </a:t>
            </a:r>
            <a:r>
              <a:rPr lang="en-US" sz="1500" b="1" dirty="0">
                <a:solidFill>
                  <a:srgbClr val="2B2926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일하면서 학업을 </a:t>
            </a:r>
            <a:r>
              <a:rPr lang="en-US" sz="1500" b="1" dirty="0" err="1">
                <a:solidFill>
                  <a:srgbClr val="2B2926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병행</a:t>
            </a:r>
            <a:r>
              <a:rPr lang="en-US" sz="1500" dirty="0" err="1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하는</a:t>
            </a:r>
            <a:r>
              <a:rPr lang="en-US" sz="15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</a:t>
            </a:r>
            <a:r>
              <a:rPr lang="en-US" sz="1500" dirty="0" err="1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과정</a:t>
            </a:r>
            <a:r>
              <a:rPr lang="en-US" sz="15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. 전국 8개 대학 1,045명.</a:t>
            </a:r>
            <a:endParaRPr lang="en-US" sz="15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25</a:t>
            </a:r>
            <a:endParaRPr lang="en-US" sz="1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1B99B68-8338-011F-3261-3F3A6DAAF494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사회의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5975" y="106567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2026년 입학생이 치르는 대입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37686"/>
            <a:ext cx="2330450" cy="1333401"/>
          </a:xfrm>
          <a:prstGeom prst="roundRect">
            <a:avLst>
              <a:gd name="adj" fmla="val 738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84250" y="2018661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2026. 3</a:t>
            </a:r>
            <a:endParaRPr lang="en-US" sz="14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4250" y="2331002"/>
            <a:ext cx="20537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고등학교 입학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4250" y="2750102"/>
            <a:ext cx="205371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지금 이 자리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38500" y="2447187"/>
            <a:ext cx="228600" cy="1143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59175" y="1837686"/>
            <a:ext cx="2330450" cy="1333401"/>
          </a:xfrm>
          <a:prstGeom prst="roundRect">
            <a:avLst>
              <a:gd name="adj" fmla="val 738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727450" y="2018661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2028. 9. 18~21</a:t>
            </a:r>
            <a:endParaRPr lang="en-US" sz="14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27450" y="2331002"/>
            <a:ext cx="20537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수시 원서접수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727450" y="2750102"/>
            <a:ext cx="205371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4일 중 3일 이상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1700" y="2447187"/>
            <a:ext cx="228600" cy="114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02375" y="1837686"/>
            <a:ext cx="2330450" cy="1333401"/>
          </a:xfrm>
          <a:prstGeom prst="roundRect">
            <a:avLst>
              <a:gd name="adj" fmla="val 738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470650" y="2018661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2028. 11. 16</a:t>
            </a:r>
            <a:endParaRPr lang="en-US" sz="14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70650" y="2331002"/>
            <a:ext cx="20537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2029 수능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70650" y="2750102"/>
            <a:ext cx="205371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선택과목 없는 통합형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447187"/>
            <a:ext cx="2286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5575" y="1837686"/>
            <a:ext cx="2330450" cy="1333401"/>
          </a:xfrm>
          <a:prstGeom prst="roundRect">
            <a:avLst>
              <a:gd name="adj" fmla="val 738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9213850" y="2018661"/>
            <a:ext cx="20537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2029. 1. 2~5</a:t>
            </a:r>
            <a:endParaRPr lang="en-US" sz="14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9213850" y="2331002"/>
            <a:ext cx="20537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정시 원서접수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9213850" y="2750102"/>
            <a:ext cx="205371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가 / 나 / 다 군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812800" y="3339362"/>
            <a:ext cx="3412034" cy="1673820"/>
          </a:xfrm>
          <a:prstGeom prst="roundRect">
            <a:avLst>
              <a:gd name="adj" fmla="val 6829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1028700" y="3542562"/>
            <a:ext cx="30696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수시 80% 시대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1028700" y="3923562"/>
            <a:ext cx="306964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2028학년도 수시 비율 80.8%</a:t>
            </a:r>
          </a:p>
          <a:p>
            <a:pPr marL="0" indent="0" algn="l">
              <a:lnSpc>
                <a:spcPts val="2175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(전국 281,895명)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1028700" y="4552212"/>
            <a:ext cx="3069641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A8532C"/>
                </a:solidFill>
                <a:latin typeface="Cafe24 PRO Slim Fit" pitchFamily="2" charset="-127"/>
                <a:ea typeface="Cafe24 PRO Slim Fit" pitchFamily="2" charset="-127"/>
                <a:cs typeface="IBM Plex Sans KR" pitchFamily="34" charset="-120"/>
              </a:rPr>
              <a:t>→ 대입 10명 중 8명은 수시</a:t>
            </a:r>
            <a:endParaRPr lang="en-US" sz="1450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389934" y="3339362"/>
            <a:ext cx="3412133" cy="1673820"/>
          </a:xfrm>
          <a:prstGeom prst="roundRect">
            <a:avLst>
              <a:gd name="adj" fmla="val 6829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4605834" y="3542562"/>
            <a:ext cx="30697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전형 수 제한 유지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605834" y="3923562"/>
            <a:ext cx="306974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수시 4개 + 정시 2개, 최대 6개 이내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605834" y="4275987"/>
            <a:ext cx="3069743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A8532C"/>
                </a:solidFill>
                <a:latin typeface="Cafe24 PRO Slim Fit" pitchFamily="2" charset="-127"/>
                <a:ea typeface="Cafe24 PRO Slim Fit" pitchFamily="2" charset="-127"/>
                <a:cs typeface="IBM Plex Sans KR" pitchFamily="34" charset="-120"/>
              </a:rPr>
              <a:t>→ 대학별 전형이 단순해집니다</a:t>
            </a:r>
            <a:endParaRPr lang="en-US" sz="1450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7967166" y="3339362"/>
            <a:ext cx="3412034" cy="1673820"/>
          </a:xfrm>
          <a:prstGeom prst="roundRect">
            <a:avLst>
              <a:gd name="adj" fmla="val 6829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8183066" y="3542562"/>
            <a:ext cx="30696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정시 40% 권고 유지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183066" y="3923562"/>
            <a:ext cx="306964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상위권 대학 정시 비중 일정 수준 유지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183066" y="4275987"/>
            <a:ext cx="3069641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A8532C"/>
                </a:solidFill>
                <a:latin typeface="Cafe24 PRO Slim Fit" pitchFamily="2" charset="-127"/>
                <a:ea typeface="Cafe24 PRO Slim Fit" pitchFamily="2" charset="-127"/>
                <a:cs typeface="IBM Plex Sans KR" pitchFamily="34" charset="-120"/>
              </a:rPr>
              <a:t>→ 수능 준비도 놓칠 수 없습니다</a:t>
            </a:r>
            <a:endParaRPr lang="en-US" sz="1450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12800" y="5181457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한국대학교육협의회 「2029학년도 대학입학전형기본사항」(2026. 8. 27. 확정 발표)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26</a:t>
            </a:r>
            <a:endParaRPr lang="en-US" sz="13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9AC2D5D6-D1EF-617C-F288-87543C66D6C7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7. 2029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대입 기본 계획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대학은 네 갈래로 학생을 뽑습니다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608336"/>
            <a:ext cx="5187950" cy="2010271"/>
          </a:xfrm>
          <a:prstGeom prst="roundRect">
            <a:avLst>
              <a:gd name="adj" fmla="val 4896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Text 3"/>
          <p:cNvSpPr/>
          <p:nvPr/>
        </p:nvSpPr>
        <p:spPr>
          <a:xfrm>
            <a:off x="1047750" y="1814711"/>
            <a:ext cx="486613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kern="0" spc="100" dirty="0">
                <a:solidFill>
                  <a:srgbClr val="2F6B4F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IBM Plex Sans KR" pitchFamily="34" charset="-120"/>
              </a:rPr>
              <a:t>수시</a:t>
            </a:r>
            <a:endParaRPr lang="en-US" sz="16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215376"/>
            <a:ext cx="486613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 pitchFamily="34" charset="-120"/>
              </a:rPr>
              <a:t>학생부 교과전형</a:t>
            </a:r>
            <a:endParaRPr lang="en-US" sz="2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2639537"/>
            <a:ext cx="486613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 성적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수능 최저 (일부)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88075" y="1608336"/>
            <a:ext cx="5187950" cy="2010271"/>
          </a:xfrm>
          <a:prstGeom prst="roundRect">
            <a:avLst>
              <a:gd name="adj" fmla="val 4896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9" name="Text 7"/>
          <p:cNvSpPr/>
          <p:nvPr/>
        </p:nvSpPr>
        <p:spPr>
          <a:xfrm>
            <a:off x="6419850" y="1814711"/>
            <a:ext cx="486613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kern="0" spc="100" dirty="0">
                <a:solidFill>
                  <a:srgbClr val="2F6B4F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IBM Plex Sans KR" pitchFamily="34" charset="-120"/>
              </a:rPr>
              <a:t>수시</a:t>
            </a:r>
            <a:endParaRPr lang="en-US" sz="16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9850" y="2215376"/>
            <a:ext cx="486613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 pitchFamily="34" charset="-120"/>
              </a:rPr>
              <a:t>학생부 종합전형</a:t>
            </a:r>
            <a:endParaRPr lang="en-US" sz="2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19850" y="2639537"/>
            <a:ext cx="486613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 역량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 기반 교과 외 활동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수능 최저 (일부)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2800" y="3802757"/>
            <a:ext cx="5187950" cy="2010271"/>
          </a:xfrm>
          <a:prstGeom prst="roundRect">
            <a:avLst>
              <a:gd name="adj" fmla="val 4896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" name="Text 11"/>
          <p:cNvSpPr/>
          <p:nvPr/>
        </p:nvSpPr>
        <p:spPr>
          <a:xfrm>
            <a:off x="1047750" y="4009132"/>
            <a:ext cx="486613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kern="0" spc="100" dirty="0">
                <a:solidFill>
                  <a:srgbClr val="C1663A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IBM Plex Sans KR" pitchFamily="34" charset="-120"/>
              </a:rPr>
              <a:t>수시</a:t>
            </a:r>
            <a:endParaRPr lang="en-US" sz="16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7750" y="4409798"/>
            <a:ext cx="486613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 pitchFamily="34" charset="-120"/>
              </a:rPr>
              <a:t>논술 전형</a:t>
            </a:r>
            <a:endParaRPr lang="en-US" sz="2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7750" y="4833958"/>
            <a:ext cx="486613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 역량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논술 역량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수능 최저 (일부)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4900" y="3802757"/>
            <a:ext cx="5187950" cy="2010271"/>
          </a:xfrm>
          <a:prstGeom prst="roundRect">
            <a:avLst>
              <a:gd name="adj" fmla="val 4896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7" name="Text 15"/>
          <p:cNvSpPr/>
          <p:nvPr/>
        </p:nvSpPr>
        <p:spPr>
          <a:xfrm>
            <a:off x="6419850" y="4009132"/>
            <a:ext cx="486613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kern="0" spc="100" dirty="0">
                <a:solidFill>
                  <a:srgbClr val="C1663A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IBM Plex Sans KR" pitchFamily="34" charset="-120"/>
              </a:rPr>
              <a:t>정시</a:t>
            </a:r>
            <a:endParaRPr lang="en-US" sz="16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9850" y="4429970"/>
            <a:ext cx="486613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 pitchFamily="34" charset="-120"/>
              </a:rPr>
              <a:t>정시 수능 위주</a:t>
            </a:r>
            <a:endParaRPr lang="en-US" sz="2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19850" y="4833958"/>
            <a:ext cx="486613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수능 성적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 역량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27</a:t>
            </a:r>
            <a:endParaRPr lang="en-US" sz="13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0416B6DE-7A59-743B-0072-C31BBCC97643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3.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대입 전형의 유형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11376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2028학년도 대입 — 열에 여덟은 수시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1FA0E6B-4C15-1F0B-F1D9-D791C5F85FAD}"/>
              </a:ext>
            </a:extLst>
          </p:cNvPr>
          <p:cNvGrpSpPr/>
          <p:nvPr/>
        </p:nvGrpSpPr>
        <p:grpSpPr>
          <a:xfrm>
            <a:off x="4189506" y="2383311"/>
            <a:ext cx="7721600" cy="398760"/>
            <a:chOff x="3708400" y="1719163"/>
            <a:chExt cx="7721600" cy="398760"/>
          </a:xfrm>
        </p:grpSpPr>
        <p:sp>
          <p:nvSpPr>
            <p:cNvPr id="5" name="Shape 2"/>
            <p:cNvSpPr/>
            <p:nvPr/>
          </p:nvSpPr>
          <p:spPr>
            <a:xfrm>
              <a:off x="3708400" y="1816894"/>
              <a:ext cx="177800" cy="177800"/>
            </a:xfrm>
            <a:prstGeom prst="roundRect">
              <a:avLst>
                <a:gd name="adj" fmla="val 21429"/>
              </a:avLst>
            </a:prstGeom>
            <a:solidFill>
              <a:schemeClr val="accent5">
                <a:lumMod val="75000"/>
              </a:scheme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3987800" y="1754684"/>
              <a:ext cx="6753577" cy="3276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380"/>
                </a:lnSpc>
                <a:buNone/>
              </a:pPr>
              <a:r>
                <a:rPr lang="en-US" sz="1700" dirty="0">
                  <a:solidFill>
                    <a:srgbClr val="2B2926"/>
                  </a:solidFill>
                  <a:latin typeface="IBM Plex Sans KR" pitchFamily="34" charset="0"/>
                  <a:ea typeface="IBM Plex Sans KR" pitchFamily="34" charset="-122"/>
                  <a:cs typeface="IBM Plex Sans KR" pitchFamily="34" charset="-120"/>
                </a:rPr>
                <a:t>수시</a:t>
              </a:r>
              <a:endParaRPr lang="en-US" sz="17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4676423" y="1719163"/>
              <a:ext cx="6753577" cy="39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940"/>
                </a:lnSpc>
                <a:buNone/>
              </a:pPr>
              <a:r>
                <a:rPr lang="en-US" sz="2100" dirty="0">
                  <a:solidFill>
                    <a:srgbClr val="1F4032"/>
                  </a:solidFill>
                  <a:latin typeface="Jua" pitchFamily="34" charset="0"/>
                  <a:ea typeface="Jua" pitchFamily="34" charset="-122"/>
                  <a:cs typeface="Jua" pitchFamily="34" charset="-120"/>
                </a:rPr>
                <a:t>80.8%</a:t>
              </a:r>
              <a:endParaRPr lang="en-US" sz="2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34D7F61-E098-C584-B270-81A393DCC6A8}"/>
              </a:ext>
            </a:extLst>
          </p:cNvPr>
          <p:cNvGrpSpPr/>
          <p:nvPr/>
        </p:nvGrpSpPr>
        <p:grpSpPr>
          <a:xfrm>
            <a:off x="6125882" y="2377929"/>
            <a:ext cx="7721600" cy="398760"/>
            <a:chOff x="3708400" y="2194123"/>
            <a:chExt cx="7721600" cy="398760"/>
          </a:xfrm>
        </p:grpSpPr>
        <p:sp>
          <p:nvSpPr>
            <p:cNvPr id="8" name="Shape 5"/>
            <p:cNvSpPr/>
            <p:nvPr/>
          </p:nvSpPr>
          <p:spPr>
            <a:xfrm>
              <a:off x="3708400" y="2291854"/>
              <a:ext cx="177800" cy="177800"/>
            </a:xfrm>
            <a:prstGeom prst="roundRect">
              <a:avLst>
                <a:gd name="adj" fmla="val 21429"/>
              </a:avLst>
            </a:prstGeom>
            <a:solidFill>
              <a:srgbClr val="C1663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3987800" y="2229644"/>
              <a:ext cx="6805492" cy="3276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380"/>
                </a:lnSpc>
                <a:buNone/>
              </a:pPr>
              <a:r>
                <a:rPr lang="en-US" sz="1700" dirty="0">
                  <a:solidFill>
                    <a:srgbClr val="2B2926"/>
                  </a:solidFill>
                  <a:latin typeface="IBM Plex Sans KR" pitchFamily="34" charset="0"/>
                  <a:ea typeface="IBM Plex Sans KR" pitchFamily="34" charset="-122"/>
                  <a:cs typeface="IBM Plex Sans KR" pitchFamily="34" charset="-120"/>
                </a:rPr>
                <a:t>정시</a:t>
              </a:r>
              <a:endParaRPr lang="en-US" sz="17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676423" y="2194123"/>
              <a:ext cx="6753577" cy="39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940"/>
                </a:lnSpc>
                <a:buNone/>
              </a:pPr>
              <a:r>
                <a:rPr lang="en-US" sz="2100" dirty="0">
                  <a:solidFill>
                    <a:srgbClr val="1F4032"/>
                  </a:solidFill>
                  <a:latin typeface="Jua" pitchFamily="34" charset="0"/>
                  <a:ea typeface="Jua" pitchFamily="34" charset="-122"/>
                  <a:cs typeface="Jua" pitchFamily="34" charset="-120"/>
                </a:rPr>
                <a:t>19.2%</a:t>
              </a:r>
              <a:endParaRPr lang="en-US" sz="2100" dirty="0"/>
            </a:p>
          </p:txBody>
        </p:sp>
      </p:grp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61347"/>
              </p:ext>
            </p:extLst>
          </p:nvPr>
        </p:nvGraphicFramePr>
        <p:xfrm>
          <a:off x="4088653" y="2946990"/>
          <a:ext cx="7670800" cy="1266825"/>
        </p:xfrm>
        <a:graphic>
          <a:graphicData uri="http://schemas.openxmlformats.org/drawingml/2006/table">
            <a:tbl>
              <a:tblPr/>
              <a:tblGrid>
                <a:gridCol w="214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구분</a:t>
                      </a:r>
                      <a:endParaRPr lang="en-US" sz="15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2028</a:t>
                      </a:r>
                      <a:endParaRPr lang="en-US" sz="15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2027</a:t>
                      </a:r>
                      <a:endParaRPr lang="en-US" sz="15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2026</a:t>
                      </a:r>
                      <a:endParaRPr lang="en-US" sz="15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총 모집 인원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348,789명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345,717명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345,179명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전년 대비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+3,072명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+538명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–</a:t>
                      </a:r>
                      <a:endParaRPr lang="en-US" sz="18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2800" y="57848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자료: 한국대학교육협의회 대학입학전형시행계획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28</a:t>
            </a:r>
            <a:endParaRPr lang="en-US" sz="1300" dirty="0"/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67C8657A-A6D9-9733-B1DA-9E2F50B969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00654"/>
              </p:ext>
            </p:extLst>
          </p:nvPr>
        </p:nvGraphicFramePr>
        <p:xfrm>
          <a:off x="-231943" y="2096857"/>
          <a:ext cx="4521555" cy="2972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10045003-92DA-D81B-A2C8-62F418B8AE45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4.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모집 인원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38808"/>
            <a:ext cx="10883392" cy="45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70"/>
              </a:lnSpc>
              <a:buNone/>
            </a:pPr>
            <a:r>
              <a:rPr lang="en-US" sz="293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전형 유형별 모집 인원 — 수시</a:t>
            </a:r>
            <a:endParaRPr lang="en-US" sz="293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45499"/>
              </p:ext>
            </p:extLst>
          </p:nvPr>
        </p:nvGraphicFramePr>
        <p:xfrm>
          <a:off x="894229" y="1531342"/>
          <a:ext cx="10484970" cy="4533281"/>
        </p:xfrm>
        <a:graphic>
          <a:graphicData uri="http://schemas.openxmlformats.org/drawingml/2006/table">
            <a:tbl>
              <a:tblPr/>
              <a:tblGrid>
                <a:gridCol w="3145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018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전형 유형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2028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2027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증감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04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학생부 교과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157,991명 (45.3%)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156,403명 (45.2%)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+1,588명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04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학생부 종합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84,704명 (24.3%)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81,931명 (23.7%)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+2,773명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04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논술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12,727명 (3.6%)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12,711명 (3.7%)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+16명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04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실기 / 실적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21,848명 (6.3%)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21,954명 (6.4%)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-106명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018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기타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4,625명 (1.3%)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4,584명 (1.3%)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+41명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104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합계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281,895명 (80.8%)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277,583명 (80.3%)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+4,312명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29</a:t>
            </a:r>
            <a:endParaRPr lang="en-US" sz="13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9E9B26C-F5D5-B44A-C888-D62C59428723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4.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모집 인원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전형 유형별 모집 인원 — 정시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73809"/>
              </p:ext>
            </p:extLst>
          </p:nvPr>
        </p:nvGraphicFramePr>
        <p:xfrm>
          <a:off x="812800" y="1592461"/>
          <a:ext cx="10566400" cy="3867045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59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전형 유형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2028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2027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B2926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  <a:cs typeface="IBM Plex Sans KR" pitchFamily="34" charset="-120"/>
                        </a:rPr>
                        <a:t>증감</a:t>
                      </a:r>
                      <a:endParaRPr lang="en-US" sz="2000" dirty="0">
                        <a:latin typeface="배달의민족 주아 OTF" panose="02020603020101020101" pitchFamily="18" charset="-127"/>
                        <a:ea typeface="배달의민족 주아 OTF" panose="02020603020101020101" pitchFamily="18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52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수능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61,779명 (17.7%)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63,195명 (18.3%)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-1,416명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실기 / 실적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4,484명 (1.3%)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4,574명 (1.3%)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-90명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학생부 교과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510명 (0.1%)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228명 (0.1%)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+282명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학생부 종합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102명 (0.0%)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117명 (0.0%)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-15명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기타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19명 (0.0%)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20명 (0.0%)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-1명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952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합계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66,894명 (19.2%)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68,134명 (19.7%)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B2926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IBM Plex Sans KR" pitchFamily="34" charset="-120"/>
                        </a:rPr>
                        <a:t>-1,240명</a:t>
                      </a:r>
                      <a:endParaRPr lang="en-US" sz="2000" dirty="0">
                        <a:latin typeface="한컴 말랑말랑 Regular" panose="020F0303000000000000" pitchFamily="50" charset="-127"/>
                        <a:ea typeface="한컴 말랑말랑 Regular" panose="020F0303000000000000" pitchFamily="50" charset="-127"/>
                        <a:cs typeface="IBM Plex Sans KR" charset="0"/>
                      </a:endParaRPr>
                    </a:p>
                  </a:txBody>
                  <a:tcPr marL="62230" marR="62230" marT="62230" marB="62230" anchor="ctr">
                    <a:lnL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</a:t>
            </a:r>
            <a:endParaRPr lang="en-US" sz="13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E06460FF-B24B-740C-9279-DE6520D6C7E8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4.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모집 인원 변화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2565" y="874059"/>
            <a:ext cx="11092688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내신 평가 체계 — 9등급제에서 5등급제로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31</a:t>
            </a:r>
            <a:endParaRPr lang="en-US" sz="1300" dirty="0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5E299763-DB4B-DB0D-EFBA-A14669F1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13" t="14666" b="15392"/>
          <a:stretch>
            <a:fillRect/>
          </a:stretch>
        </p:blipFill>
        <p:spPr>
          <a:xfrm>
            <a:off x="812800" y="1422403"/>
            <a:ext cx="4050739" cy="5310855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E686FA43-BD25-6B79-D600-179B6938A446}"/>
              </a:ext>
            </a:extLst>
          </p:cNvPr>
          <p:cNvGrpSpPr/>
          <p:nvPr/>
        </p:nvGrpSpPr>
        <p:grpSpPr>
          <a:xfrm>
            <a:off x="5354358" y="3375538"/>
            <a:ext cx="5847042" cy="1203585"/>
            <a:chOff x="4157570" y="1581209"/>
            <a:chExt cx="5847042" cy="1203585"/>
          </a:xfrm>
        </p:grpSpPr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48739030-84A0-42E4-4581-09229645FA24}"/>
                </a:ext>
              </a:extLst>
            </p:cNvPr>
            <p:cNvSpPr/>
            <p:nvPr/>
          </p:nvSpPr>
          <p:spPr>
            <a:xfrm>
              <a:off x="4157570" y="1581209"/>
              <a:ext cx="5847042" cy="946838"/>
            </a:xfrm>
            <a:prstGeom prst="roundRect">
              <a:avLst>
                <a:gd name="adj" fmla="val 6183"/>
              </a:avLst>
            </a:prstGeom>
            <a:solidFill>
              <a:srgbClr val="FFFDF8"/>
            </a:solidFill>
            <a:ln w="6350">
              <a:solidFill>
                <a:srgbClr val="DFD5C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 9">
              <a:extLst>
                <a:ext uri="{FF2B5EF4-FFF2-40B4-BE49-F238E27FC236}">
                  <a16:creationId xmlns:a16="http://schemas.microsoft.com/office/drawing/2014/main" id="{570966A1-72C1-FF28-4406-3468E5180EFA}"/>
                </a:ext>
              </a:extLst>
            </p:cNvPr>
            <p:cNvSpPr/>
            <p:nvPr/>
          </p:nvSpPr>
          <p:spPr>
            <a:xfrm>
              <a:off x="4427445" y="1707278"/>
              <a:ext cx="4787646" cy="358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625"/>
                </a:lnSpc>
                <a:buNone/>
              </a:pPr>
              <a:r>
                <a:rPr lang="en-US" sz="2100" dirty="0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같은 1등급 안에서의 변별</a:t>
              </a:r>
              <a:endParaRPr lang="en-US" sz="2100" dirty="0">
                <a:latin typeface="배달의민족 주아 OTF" panose="02020603020101020101" pitchFamily="18" charset="-127"/>
                <a:ea typeface="배달의민족 주아 OTF" panose="02020603020101020101" pitchFamily="18" charset="-127"/>
              </a:endParaRPr>
            </a:p>
          </p:txBody>
        </p:sp>
        <p:sp>
          <p:nvSpPr>
            <p:cNvPr id="70" name="Text 10">
              <a:extLst>
                <a:ext uri="{FF2B5EF4-FFF2-40B4-BE49-F238E27FC236}">
                  <a16:creationId xmlns:a16="http://schemas.microsoft.com/office/drawing/2014/main" id="{CE9A0D11-4B99-6291-398C-36B0700E72A8}"/>
                </a:ext>
              </a:extLst>
            </p:cNvPr>
            <p:cNvSpPr/>
            <p:nvPr/>
          </p:nvSpPr>
          <p:spPr>
            <a:xfrm>
              <a:off x="4427444" y="2129553"/>
              <a:ext cx="5285233" cy="6552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480"/>
                </a:lnSpc>
                <a:buNone/>
              </a:pPr>
              <a:r>
                <a:rPr lang="en-US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대학은 같은 1등급이더라도 누가 더 우수한지 찾으려 할 것입니다.</a:t>
              </a:r>
              <a:endParaRPr 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55D566C-92F4-917F-2AFA-EC0891CD888D}"/>
              </a:ext>
            </a:extLst>
          </p:cNvPr>
          <p:cNvGrpSpPr/>
          <p:nvPr/>
        </p:nvGrpSpPr>
        <p:grpSpPr>
          <a:xfrm>
            <a:off x="5354358" y="4610786"/>
            <a:ext cx="5847042" cy="1288413"/>
            <a:chOff x="4157570" y="1581208"/>
            <a:chExt cx="5847042" cy="1288413"/>
          </a:xfrm>
        </p:grpSpPr>
        <p:sp>
          <p:nvSpPr>
            <p:cNvPr id="73" name="Shape 8">
              <a:extLst>
                <a:ext uri="{FF2B5EF4-FFF2-40B4-BE49-F238E27FC236}">
                  <a16:creationId xmlns:a16="http://schemas.microsoft.com/office/drawing/2014/main" id="{25B44A0E-BC7E-71A6-79FF-EDAFDCD7C145}"/>
                </a:ext>
              </a:extLst>
            </p:cNvPr>
            <p:cNvSpPr/>
            <p:nvPr/>
          </p:nvSpPr>
          <p:spPr>
            <a:xfrm>
              <a:off x="4157570" y="1581208"/>
              <a:ext cx="5847042" cy="1288413"/>
            </a:xfrm>
            <a:prstGeom prst="roundRect">
              <a:avLst>
                <a:gd name="adj" fmla="val 6183"/>
              </a:avLst>
            </a:prstGeom>
            <a:solidFill>
              <a:srgbClr val="FFFDF8"/>
            </a:solidFill>
            <a:ln w="6350">
              <a:solidFill>
                <a:srgbClr val="DFD5C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 9">
              <a:extLst>
                <a:ext uri="{FF2B5EF4-FFF2-40B4-BE49-F238E27FC236}">
                  <a16:creationId xmlns:a16="http://schemas.microsoft.com/office/drawing/2014/main" id="{A3E42C92-F3E9-98E5-46E9-9AFF976D1BE3}"/>
                </a:ext>
              </a:extLst>
            </p:cNvPr>
            <p:cNvSpPr/>
            <p:nvPr/>
          </p:nvSpPr>
          <p:spPr>
            <a:xfrm>
              <a:off x="4427445" y="1707278"/>
              <a:ext cx="4787646" cy="358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ts val="2625"/>
                </a:lnSpc>
              </a:pPr>
              <a:r>
                <a:rPr lang="en-US" altLang="ko-KR" sz="2100" dirty="0" err="1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학생부와</a:t>
              </a:r>
              <a:r>
                <a:rPr lang="en-US" altLang="ko-KR" sz="2100" dirty="0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 </a:t>
              </a:r>
              <a:r>
                <a:rPr lang="en-US" altLang="ko-KR" sz="2100" dirty="0" err="1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대학별</a:t>
              </a:r>
              <a:r>
                <a:rPr lang="en-US" altLang="ko-KR" sz="2100" dirty="0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 </a:t>
              </a:r>
              <a:r>
                <a:rPr lang="en-US" altLang="ko-KR" sz="2100" dirty="0" err="1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고사</a:t>
              </a:r>
              <a:endParaRPr lang="en-US" altLang="ko-KR" sz="2100" dirty="0">
                <a:latin typeface="배달의민족 주아 OTF" panose="02020603020101020101" pitchFamily="18" charset="-127"/>
                <a:ea typeface="배달의민족 주아 OTF" panose="02020603020101020101" pitchFamily="18" charset="-127"/>
              </a:endParaRPr>
            </a:p>
          </p:txBody>
        </p:sp>
        <p:sp>
          <p:nvSpPr>
            <p:cNvPr id="75" name="Text 10">
              <a:extLst>
                <a:ext uri="{FF2B5EF4-FFF2-40B4-BE49-F238E27FC236}">
                  <a16:creationId xmlns:a16="http://schemas.microsoft.com/office/drawing/2014/main" id="{02B38CAF-9909-B9F7-DCAF-374755E8AC8B}"/>
                </a:ext>
              </a:extLst>
            </p:cNvPr>
            <p:cNvSpPr/>
            <p:nvPr/>
          </p:nvSpPr>
          <p:spPr>
            <a:xfrm>
              <a:off x="4427444" y="2129553"/>
              <a:ext cx="5509932" cy="6552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ts val="2480"/>
                </a:lnSpc>
              </a:pP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내신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등급의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영향력은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약해지고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,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교과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성적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외</a:t>
              </a:r>
            </a:p>
            <a:p>
              <a:pPr>
                <a:lnSpc>
                  <a:spcPts val="2480"/>
                </a:lnSpc>
              </a:pPr>
              <a:r>
                <a:rPr lang="en-US" altLang="ko-KR" dirty="0" err="1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학생부와</a:t>
              </a:r>
              <a:r>
                <a:rPr lang="en-US" altLang="ko-KR" dirty="0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 </a:t>
              </a:r>
              <a:r>
                <a:rPr lang="en-US" altLang="ko-KR" dirty="0" err="1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대학별</a:t>
              </a:r>
              <a:r>
                <a:rPr lang="en-US" altLang="ko-KR" dirty="0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 </a:t>
              </a:r>
              <a:r>
                <a:rPr lang="en-US" altLang="ko-KR" dirty="0" err="1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고사</a:t>
              </a:r>
              <a:r>
                <a:rPr lang="en-US" altLang="ko-KR" dirty="0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(</a:t>
              </a:r>
              <a:r>
                <a:rPr lang="en-US" altLang="ko-KR" dirty="0" err="1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심층</a:t>
              </a:r>
              <a:r>
                <a:rPr lang="en-US" altLang="ko-KR" dirty="0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 </a:t>
              </a:r>
              <a:r>
                <a:rPr lang="en-US" altLang="ko-KR" dirty="0" err="1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면접</a:t>
              </a:r>
              <a:r>
                <a:rPr lang="en-US" altLang="ko-KR" dirty="0">
                  <a:solidFill>
                    <a:schemeClr val="accent2">
                      <a:lumMod val="75000"/>
                    </a:schemeClr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IBM Plex Sans KR" pitchFamily="34" charset="-120"/>
                </a:rPr>
                <a:t> 등)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의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비중이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커집니다</a:t>
              </a:r>
              <a:endParaRPr 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9735704-4AD8-61BC-2409-2B89A11D7CCA}"/>
              </a:ext>
            </a:extLst>
          </p:cNvPr>
          <p:cNvGrpSpPr/>
          <p:nvPr/>
        </p:nvGrpSpPr>
        <p:grpSpPr>
          <a:xfrm>
            <a:off x="5354358" y="1663091"/>
            <a:ext cx="5847042" cy="1375945"/>
            <a:chOff x="4157570" y="1581208"/>
            <a:chExt cx="5847042" cy="1375945"/>
          </a:xfrm>
        </p:grpSpPr>
        <p:sp>
          <p:nvSpPr>
            <p:cNvPr id="83" name="Shape 8">
              <a:extLst>
                <a:ext uri="{FF2B5EF4-FFF2-40B4-BE49-F238E27FC236}">
                  <a16:creationId xmlns:a16="http://schemas.microsoft.com/office/drawing/2014/main" id="{FD6E1C39-967B-2794-3C2A-B2C29D7A3E56}"/>
                </a:ext>
              </a:extLst>
            </p:cNvPr>
            <p:cNvSpPr/>
            <p:nvPr/>
          </p:nvSpPr>
          <p:spPr>
            <a:xfrm>
              <a:off x="4157570" y="1581208"/>
              <a:ext cx="5847042" cy="1375945"/>
            </a:xfrm>
            <a:prstGeom prst="roundRect">
              <a:avLst>
                <a:gd name="adj" fmla="val 6183"/>
              </a:avLst>
            </a:prstGeom>
            <a:solidFill>
              <a:srgbClr val="FFFDF8"/>
            </a:solidFill>
            <a:ln w="6350">
              <a:solidFill>
                <a:srgbClr val="DFD5C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 9">
              <a:extLst>
                <a:ext uri="{FF2B5EF4-FFF2-40B4-BE49-F238E27FC236}">
                  <a16:creationId xmlns:a16="http://schemas.microsoft.com/office/drawing/2014/main" id="{F3E92264-3C54-76BA-A6AC-37DE4E8B6BCD}"/>
                </a:ext>
              </a:extLst>
            </p:cNvPr>
            <p:cNvSpPr/>
            <p:nvPr/>
          </p:nvSpPr>
          <p:spPr>
            <a:xfrm>
              <a:off x="4427445" y="1707278"/>
              <a:ext cx="4787646" cy="358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ts val="2625"/>
                </a:lnSpc>
              </a:pPr>
              <a:r>
                <a:rPr lang="en-US" altLang="ko-KR" sz="2100" dirty="0" err="1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표준편차</a:t>
              </a:r>
              <a:r>
                <a:rPr lang="en-US" altLang="ko-KR" sz="2100" dirty="0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 </a:t>
              </a:r>
              <a:r>
                <a:rPr lang="en-US" altLang="ko-KR" sz="2100" dirty="0" err="1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항목</a:t>
              </a:r>
              <a:r>
                <a:rPr lang="en-US" altLang="ko-KR" sz="2100" dirty="0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 </a:t>
              </a:r>
              <a:r>
                <a:rPr lang="en-US" altLang="ko-KR" sz="2100" dirty="0" err="1">
                  <a:solidFill>
                    <a:srgbClr val="1F4032"/>
                  </a:solidFill>
                  <a:latin typeface="배달의민족 주아 OTF" panose="02020603020101020101" pitchFamily="18" charset="-127"/>
                  <a:ea typeface="배달의민족 주아 OTF" panose="02020603020101020101" pitchFamily="18" charset="-127"/>
                  <a:cs typeface="Jua" pitchFamily="34" charset="-120"/>
                </a:rPr>
                <a:t>삭제</a:t>
              </a:r>
              <a:endParaRPr lang="en-US" altLang="ko-KR" sz="2100" dirty="0">
                <a:latin typeface="배달의민족 주아 OTF" panose="02020603020101020101" pitchFamily="18" charset="-127"/>
                <a:ea typeface="배달의민족 주아 OTF" panose="02020603020101020101" pitchFamily="18" charset="-127"/>
              </a:endParaRPr>
            </a:p>
          </p:txBody>
        </p:sp>
        <p:sp>
          <p:nvSpPr>
            <p:cNvPr id="85" name="Text 10">
              <a:extLst>
                <a:ext uri="{FF2B5EF4-FFF2-40B4-BE49-F238E27FC236}">
                  <a16:creationId xmlns:a16="http://schemas.microsoft.com/office/drawing/2014/main" id="{56E44A84-65F7-1B11-E9F2-1532CDBCAB8D}"/>
                </a:ext>
              </a:extLst>
            </p:cNvPr>
            <p:cNvSpPr/>
            <p:nvPr/>
          </p:nvSpPr>
          <p:spPr>
            <a:xfrm>
              <a:off x="4427444" y="2129553"/>
              <a:ext cx="5543550" cy="6552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ts val="2480"/>
                </a:lnSpc>
              </a:pP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성적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산출에서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표준편차가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빠지고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5등급이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되면서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변별력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확보에는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한계가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생겼습니다</a:t>
              </a:r>
              <a:r>
                <a:rPr lang="en-US" altLang="ko-KR" sz="1600" dirty="0">
                  <a:solidFill>
                    <a:srgbClr val="2B2926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IBM Plex Sans KR" pitchFamily="34" charset="-120"/>
                </a:rPr>
                <a:t>.</a:t>
              </a:r>
              <a:endPara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sp>
        <p:nvSpPr>
          <p:cNvPr id="89" name="Text 2">
            <a:extLst>
              <a:ext uri="{FF2B5EF4-FFF2-40B4-BE49-F238E27FC236}">
                <a16:creationId xmlns:a16="http://schemas.microsoft.com/office/drawing/2014/main" id="{83DE6E88-11A9-DBA4-ABEB-86EE02477055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5.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대입 제도의 개편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실제로 대학은 이렇게 바꿨습니다 (2028학년도 기준)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767892" y="5833915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</a:t>
            </a:r>
            <a:r>
              <a:rPr lang="en-US" sz="1300" dirty="0" err="1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서울신문</a:t>
            </a: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2026. 6. 24. 대학별 전형 변화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18C7CAEC-5D33-8298-5CA7-47E01A8B8913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5.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대입 제도의 개편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AC09E3DE-EAD1-8C5C-27B2-EDEADDB50EF9}"/>
              </a:ext>
            </a:extLst>
          </p:cNvPr>
          <p:cNvSpPr/>
          <p:nvPr/>
        </p:nvSpPr>
        <p:spPr>
          <a:xfrm>
            <a:off x="767892" y="1528230"/>
            <a:ext cx="2520950" cy="2950071"/>
          </a:xfrm>
          <a:prstGeom prst="roundRect">
            <a:avLst>
              <a:gd name="adj" fmla="val 4408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1A3D38E7-E044-8662-00E8-24D352642BD4}"/>
              </a:ext>
            </a:extLst>
          </p:cNvPr>
          <p:cNvSpPr/>
          <p:nvPr/>
        </p:nvSpPr>
        <p:spPr>
          <a:xfrm>
            <a:off x="961567" y="1747305"/>
            <a:ext cx="2197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한양대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E2A6D040-7929-7A14-3098-356E16765F11}"/>
              </a:ext>
            </a:extLst>
          </p:cNvPr>
          <p:cNvSpPr/>
          <p:nvPr/>
        </p:nvSpPr>
        <p:spPr>
          <a:xfrm>
            <a:off x="961567" y="2184165"/>
            <a:ext cx="21976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학생부교과전형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정성평가 비율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B9EA248A-B398-6E53-DEFB-0EB82CC5BED0}"/>
              </a:ext>
            </a:extLst>
          </p:cNvPr>
          <p:cNvSpPr/>
          <p:nvPr/>
        </p:nvSpPr>
        <p:spPr>
          <a:xfrm>
            <a:off x="1354313" y="3657808"/>
            <a:ext cx="4388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6F69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10%</a:t>
            </a:r>
            <a:endParaRPr lang="en-US" sz="1700" dirty="0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B068B9E1-F6B1-7949-9467-989A6B8F3CC2}"/>
              </a:ext>
            </a:extLst>
          </p:cNvPr>
          <p:cNvSpPr/>
          <p:nvPr/>
        </p:nvSpPr>
        <p:spPr>
          <a:xfrm>
            <a:off x="1351535" y="4010828"/>
            <a:ext cx="393700" cy="234950"/>
          </a:xfrm>
          <a:prstGeom prst="roundRect">
            <a:avLst>
              <a:gd name="adj" fmla="val 16216"/>
            </a:avLst>
          </a:prstGeom>
          <a:solidFill>
            <a:srgbClr val="CFC6B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0" descr="arrow-right">
            <a:extLst>
              <a:ext uri="{FF2B5EF4-FFF2-40B4-BE49-F238E27FC236}">
                <a16:creationId xmlns:a16="http://schemas.microsoft.com/office/drawing/2014/main" id="{E0CFECE3-E3A5-516E-4AA8-D3F3859909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6744" y="3790417"/>
            <a:ext cx="203200" cy="101600"/>
          </a:xfrm>
          <a:prstGeom prst="rect">
            <a:avLst/>
          </a:prstGeom>
        </p:spPr>
      </p:pic>
      <p:sp>
        <p:nvSpPr>
          <p:cNvPr id="54" name="Text 7">
            <a:extLst>
              <a:ext uri="{FF2B5EF4-FFF2-40B4-BE49-F238E27FC236}">
                <a16:creationId xmlns:a16="http://schemas.microsoft.com/office/drawing/2014/main" id="{30107EF7-3903-E604-D0C4-38F312EE34E7}"/>
              </a:ext>
            </a:extLst>
          </p:cNvPr>
          <p:cNvSpPr/>
          <p:nvPr/>
        </p:nvSpPr>
        <p:spPr>
          <a:xfrm>
            <a:off x="2261569" y="2887853"/>
            <a:ext cx="61356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40%</a:t>
            </a:r>
            <a:endParaRPr lang="en-US" sz="2200" dirty="0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6A9B1B0F-A66F-B398-85D2-8945901BEEE5}"/>
              </a:ext>
            </a:extLst>
          </p:cNvPr>
          <p:cNvSpPr/>
          <p:nvPr/>
        </p:nvSpPr>
        <p:spPr>
          <a:xfrm>
            <a:off x="2261569" y="3293278"/>
            <a:ext cx="393700" cy="952500"/>
          </a:xfrm>
          <a:prstGeom prst="roundRect">
            <a:avLst>
              <a:gd name="adj" fmla="val 9677"/>
            </a:avLst>
          </a:prstGeom>
          <a:solidFill>
            <a:srgbClr val="C1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1EF20F3E-20C2-A0F7-6E94-6E4AEE5D8097}"/>
              </a:ext>
            </a:extLst>
          </p:cNvPr>
          <p:cNvSpPr/>
          <p:nvPr/>
        </p:nvSpPr>
        <p:spPr>
          <a:xfrm>
            <a:off x="3447592" y="1528230"/>
            <a:ext cx="2520950" cy="2950071"/>
          </a:xfrm>
          <a:prstGeom prst="roundRect">
            <a:avLst>
              <a:gd name="adj" fmla="val 4408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196CC94E-2294-701C-129A-909354AB1219}"/>
              </a:ext>
            </a:extLst>
          </p:cNvPr>
          <p:cNvSpPr/>
          <p:nvPr/>
        </p:nvSpPr>
        <p:spPr>
          <a:xfrm>
            <a:off x="3641267" y="1747305"/>
            <a:ext cx="2197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성균관대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6D8BDFA2-7785-3270-42B9-765FFA1880E6}"/>
              </a:ext>
            </a:extLst>
          </p:cNvPr>
          <p:cNvSpPr/>
          <p:nvPr/>
        </p:nvSpPr>
        <p:spPr>
          <a:xfrm>
            <a:off x="3641267" y="2184165"/>
            <a:ext cx="21976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추천인재전형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정성평가 비중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76F97969-6B06-4E3B-8D1A-AB1B87FB5C9E}"/>
              </a:ext>
            </a:extLst>
          </p:cNvPr>
          <p:cNvSpPr/>
          <p:nvPr/>
        </p:nvSpPr>
        <p:spPr>
          <a:xfrm>
            <a:off x="4031235" y="3390367"/>
            <a:ext cx="4763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6F69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20%</a:t>
            </a:r>
            <a:endParaRPr lang="en-US" sz="1700" dirty="0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B431229F-A3BA-2B7D-78D9-E8B8C214F714}"/>
              </a:ext>
            </a:extLst>
          </p:cNvPr>
          <p:cNvSpPr/>
          <p:nvPr/>
        </p:nvSpPr>
        <p:spPr>
          <a:xfrm>
            <a:off x="4047110" y="3743387"/>
            <a:ext cx="393700" cy="476250"/>
          </a:xfrm>
          <a:prstGeom prst="roundRect">
            <a:avLst>
              <a:gd name="adj" fmla="val 9677"/>
            </a:avLst>
          </a:prstGeom>
          <a:solidFill>
            <a:srgbClr val="CFC6B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" descr="arrow-right">
            <a:extLst>
              <a:ext uri="{FF2B5EF4-FFF2-40B4-BE49-F238E27FC236}">
                <a16:creationId xmlns:a16="http://schemas.microsoft.com/office/drawing/2014/main" id="{1C556E6A-6439-CE99-918B-E262FF7A23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6196" y="3790417"/>
            <a:ext cx="203200" cy="101600"/>
          </a:xfrm>
          <a:prstGeom prst="rect">
            <a:avLst/>
          </a:prstGeom>
        </p:spPr>
      </p:pic>
      <p:sp>
        <p:nvSpPr>
          <p:cNvPr id="70" name="Text 14">
            <a:extLst>
              <a:ext uri="{FF2B5EF4-FFF2-40B4-BE49-F238E27FC236}">
                <a16:creationId xmlns:a16="http://schemas.microsoft.com/office/drawing/2014/main" id="{3F2C8DB2-82F7-448A-E264-89353A409CB8}"/>
              </a:ext>
            </a:extLst>
          </p:cNvPr>
          <p:cNvSpPr/>
          <p:nvPr/>
        </p:nvSpPr>
        <p:spPr>
          <a:xfrm>
            <a:off x="4958347" y="3102339"/>
            <a:ext cx="59174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30%</a:t>
            </a:r>
            <a:endParaRPr lang="en-US" sz="2200" dirty="0"/>
          </a:p>
        </p:txBody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FAB3C6B1-D428-0D8A-742A-0821DA42D228}"/>
              </a:ext>
            </a:extLst>
          </p:cNvPr>
          <p:cNvSpPr/>
          <p:nvPr/>
        </p:nvSpPr>
        <p:spPr>
          <a:xfrm>
            <a:off x="4962205" y="3508437"/>
            <a:ext cx="393700" cy="711200"/>
          </a:xfrm>
          <a:prstGeom prst="roundRect">
            <a:avLst>
              <a:gd name="adj" fmla="val 9677"/>
            </a:avLst>
          </a:prstGeom>
          <a:solidFill>
            <a:srgbClr val="C1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C07046E6-3732-D0BA-FA96-AF80D37F887E}"/>
              </a:ext>
            </a:extLst>
          </p:cNvPr>
          <p:cNvSpPr/>
          <p:nvPr/>
        </p:nvSpPr>
        <p:spPr>
          <a:xfrm>
            <a:off x="6127292" y="1528230"/>
            <a:ext cx="2520950" cy="2950071"/>
          </a:xfrm>
          <a:prstGeom prst="roundRect">
            <a:avLst>
              <a:gd name="adj" fmla="val 4408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9C7BFA0D-B671-9CD2-D225-E79F423CCC3C}"/>
              </a:ext>
            </a:extLst>
          </p:cNvPr>
          <p:cNvSpPr/>
          <p:nvPr/>
        </p:nvSpPr>
        <p:spPr>
          <a:xfrm>
            <a:off x="6320967" y="1747305"/>
            <a:ext cx="2197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한국외대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04B0BDED-9104-F6BF-2066-B6919CB73B83}"/>
              </a:ext>
            </a:extLst>
          </p:cNvPr>
          <p:cNvSpPr/>
          <p:nvPr/>
        </p:nvSpPr>
        <p:spPr>
          <a:xfrm>
            <a:off x="6320967" y="2184165"/>
            <a:ext cx="21976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학교장추천전형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서류(학생부) 반영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0" name="Text 19">
            <a:extLst>
              <a:ext uri="{FF2B5EF4-FFF2-40B4-BE49-F238E27FC236}">
                <a16:creationId xmlns:a16="http://schemas.microsoft.com/office/drawing/2014/main" id="{F49B2AE7-A3EF-7725-BA6C-32B73A835730}"/>
              </a:ext>
            </a:extLst>
          </p:cNvPr>
          <p:cNvSpPr/>
          <p:nvPr/>
        </p:nvSpPr>
        <p:spPr>
          <a:xfrm>
            <a:off x="6758163" y="3841217"/>
            <a:ext cx="35004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6F69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0%</a:t>
            </a:r>
            <a:endParaRPr lang="en-US" sz="1700" dirty="0"/>
          </a:p>
        </p:txBody>
      </p:sp>
      <p:sp>
        <p:nvSpPr>
          <p:cNvPr id="82" name="Shape 20">
            <a:extLst>
              <a:ext uri="{FF2B5EF4-FFF2-40B4-BE49-F238E27FC236}">
                <a16:creationId xmlns:a16="http://schemas.microsoft.com/office/drawing/2014/main" id="{6D261466-F24A-542E-A60C-05BCF282D163}"/>
              </a:ext>
            </a:extLst>
          </p:cNvPr>
          <p:cNvSpPr/>
          <p:nvPr/>
        </p:nvSpPr>
        <p:spPr>
          <a:xfrm>
            <a:off x="6710935" y="4194237"/>
            <a:ext cx="393700" cy="25400"/>
          </a:xfrm>
          <a:prstGeom prst="roundRect">
            <a:avLst>
              <a:gd name="adj" fmla="val 50000"/>
            </a:avLst>
          </a:prstGeom>
          <a:solidFill>
            <a:srgbClr val="CFC6B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4" name="Image 2" descr="arrow-right">
            <a:extLst>
              <a:ext uri="{FF2B5EF4-FFF2-40B4-BE49-F238E27FC236}">
                <a16:creationId xmlns:a16="http://schemas.microsoft.com/office/drawing/2014/main" id="{529834CF-D357-5A15-073B-EC6C299AA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8696" y="3790089"/>
            <a:ext cx="203200" cy="101600"/>
          </a:xfrm>
          <a:prstGeom prst="rect">
            <a:avLst/>
          </a:prstGeom>
        </p:spPr>
      </p:pic>
      <p:sp>
        <p:nvSpPr>
          <p:cNvPr id="86" name="Text 21">
            <a:extLst>
              <a:ext uri="{FF2B5EF4-FFF2-40B4-BE49-F238E27FC236}">
                <a16:creationId xmlns:a16="http://schemas.microsoft.com/office/drawing/2014/main" id="{1100FD13-60EC-4993-1257-076DD806200A}"/>
              </a:ext>
            </a:extLst>
          </p:cNvPr>
          <p:cNvSpPr/>
          <p:nvPr/>
        </p:nvSpPr>
        <p:spPr>
          <a:xfrm>
            <a:off x="7610055" y="3093233"/>
            <a:ext cx="59174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30%</a:t>
            </a:r>
            <a:endParaRPr lang="en-US" sz="2200" dirty="0"/>
          </a:p>
        </p:txBody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F939C52C-6A24-6201-F5B3-9FCEA6B9F1A9}"/>
              </a:ext>
            </a:extLst>
          </p:cNvPr>
          <p:cNvSpPr/>
          <p:nvPr/>
        </p:nvSpPr>
        <p:spPr>
          <a:xfrm>
            <a:off x="7610055" y="3508437"/>
            <a:ext cx="393700" cy="711200"/>
          </a:xfrm>
          <a:prstGeom prst="roundRect">
            <a:avLst>
              <a:gd name="adj" fmla="val 9677"/>
            </a:avLst>
          </a:prstGeom>
          <a:solidFill>
            <a:srgbClr val="C1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23">
            <a:extLst>
              <a:ext uri="{FF2B5EF4-FFF2-40B4-BE49-F238E27FC236}">
                <a16:creationId xmlns:a16="http://schemas.microsoft.com/office/drawing/2014/main" id="{26A0443F-E274-44E9-A8C8-4B681B5DA602}"/>
              </a:ext>
            </a:extLst>
          </p:cNvPr>
          <p:cNvSpPr/>
          <p:nvPr/>
        </p:nvSpPr>
        <p:spPr>
          <a:xfrm>
            <a:off x="8806992" y="1528230"/>
            <a:ext cx="2520950" cy="2950071"/>
          </a:xfrm>
          <a:prstGeom prst="roundRect">
            <a:avLst>
              <a:gd name="adj" fmla="val 4408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18E27F6B-6B37-5A99-3A10-85BEC82B47EC}"/>
              </a:ext>
            </a:extLst>
          </p:cNvPr>
          <p:cNvSpPr/>
          <p:nvPr/>
        </p:nvSpPr>
        <p:spPr>
          <a:xfrm>
            <a:off x="9000667" y="1747305"/>
            <a:ext cx="2197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서울대</a:t>
            </a:r>
            <a:endParaRPr lang="en-US" sz="22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8028272F-39A6-EC68-9E6B-F9B6ADF859E7}"/>
              </a:ext>
            </a:extLst>
          </p:cNvPr>
          <p:cNvSpPr/>
          <p:nvPr/>
        </p:nvSpPr>
        <p:spPr>
          <a:xfrm>
            <a:off x="9000667" y="2184165"/>
            <a:ext cx="21976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정시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교과평가 비중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6" name="Text 26">
            <a:extLst>
              <a:ext uri="{FF2B5EF4-FFF2-40B4-BE49-F238E27FC236}">
                <a16:creationId xmlns:a16="http://schemas.microsoft.com/office/drawing/2014/main" id="{3777FC3A-309E-2A22-C653-B89D5FCCCB72}"/>
              </a:ext>
            </a:extLst>
          </p:cNvPr>
          <p:cNvSpPr/>
          <p:nvPr/>
        </p:nvSpPr>
        <p:spPr>
          <a:xfrm>
            <a:off x="9390635" y="3416508"/>
            <a:ext cx="4763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6F69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20%</a:t>
            </a:r>
            <a:endParaRPr lang="en-US" sz="1700" dirty="0"/>
          </a:p>
        </p:txBody>
      </p:sp>
      <p:sp>
        <p:nvSpPr>
          <p:cNvPr id="98" name="Shape 27">
            <a:extLst>
              <a:ext uri="{FF2B5EF4-FFF2-40B4-BE49-F238E27FC236}">
                <a16:creationId xmlns:a16="http://schemas.microsoft.com/office/drawing/2014/main" id="{08A2FC50-2E08-9B15-B41B-471DD1B550B4}"/>
              </a:ext>
            </a:extLst>
          </p:cNvPr>
          <p:cNvSpPr/>
          <p:nvPr/>
        </p:nvSpPr>
        <p:spPr>
          <a:xfrm>
            <a:off x="9406510" y="3769528"/>
            <a:ext cx="393700" cy="476250"/>
          </a:xfrm>
          <a:prstGeom prst="roundRect">
            <a:avLst>
              <a:gd name="adj" fmla="val 9677"/>
            </a:avLst>
          </a:prstGeom>
          <a:solidFill>
            <a:srgbClr val="CFC6B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0" name="Image 3" descr="arrow-right">
            <a:extLst>
              <a:ext uri="{FF2B5EF4-FFF2-40B4-BE49-F238E27FC236}">
                <a16:creationId xmlns:a16="http://schemas.microsoft.com/office/drawing/2014/main" id="{0EC08815-D8FD-EF89-391F-B03D8075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5867" y="3788267"/>
            <a:ext cx="203200" cy="101600"/>
          </a:xfrm>
          <a:prstGeom prst="rect">
            <a:avLst/>
          </a:prstGeom>
        </p:spPr>
      </p:pic>
      <p:sp>
        <p:nvSpPr>
          <p:cNvPr id="102" name="Text 28">
            <a:extLst>
              <a:ext uri="{FF2B5EF4-FFF2-40B4-BE49-F238E27FC236}">
                <a16:creationId xmlns:a16="http://schemas.microsoft.com/office/drawing/2014/main" id="{20BA1928-50FA-A9C4-800D-0670B76D2687}"/>
              </a:ext>
            </a:extLst>
          </p:cNvPr>
          <p:cNvSpPr/>
          <p:nvPr/>
        </p:nvSpPr>
        <p:spPr>
          <a:xfrm>
            <a:off x="10332519" y="2884973"/>
            <a:ext cx="61356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1663A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40%</a:t>
            </a:r>
            <a:endParaRPr lang="en-US" sz="2200" dirty="0"/>
          </a:p>
        </p:txBody>
      </p:sp>
      <p:sp>
        <p:nvSpPr>
          <p:cNvPr id="104" name="Shape 29">
            <a:extLst>
              <a:ext uri="{FF2B5EF4-FFF2-40B4-BE49-F238E27FC236}">
                <a16:creationId xmlns:a16="http://schemas.microsoft.com/office/drawing/2014/main" id="{C1F5B62F-2633-DA95-5569-313A7ADA188D}"/>
              </a:ext>
            </a:extLst>
          </p:cNvPr>
          <p:cNvSpPr/>
          <p:nvPr/>
        </p:nvSpPr>
        <p:spPr>
          <a:xfrm>
            <a:off x="10332519" y="3293278"/>
            <a:ext cx="393700" cy="952500"/>
          </a:xfrm>
          <a:prstGeom prst="roundRect">
            <a:avLst>
              <a:gd name="adj" fmla="val 9677"/>
            </a:avLst>
          </a:prstGeom>
          <a:solidFill>
            <a:srgbClr val="C1663A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AFB1983-538B-3B03-F7E6-092C8B5B3A3B}"/>
              </a:ext>
            </a:extLst>
          </p:cNvPr>
          <p:cNvGrpSpPr/>
          <p:nvPr/>
        </p:nvGrpSpPr>
        <p:grpSpPr>
          <a:xfrm>
            <a:off x="767892" y="4691721"/>
            <a:ext cx="10560050" cy="1539936"/>
            <a:chOff x="4157570" y="1581209"/>
            <a:chExt cx="5847042" cy="1539936"/>
          </a:xfrm>
        </p:grpSpPr>
        <p:sp>
          <p:nvSpPr>
            <p:cNvPr id="110" name="Shape 8">
              <a:extLst>
                <a:ext uri="{FF2B5EF4-FFF2-40B4-BE49-F238E27FC236}">
                  <a16:creationId xmlns:a16="http://schemas.microsoft.com/office/drawing/2014/main" id="{271DB470-BAC4-F140-2F5B-47549A97A06B}"/>
                </a:ext>
              </a:extLst>
            </p:cNvPr>
            <p:cNvSpPr/>
            <p:nvPr/>
          </p:nvSpPr>
          <p:spPr>
            <a:xfrm>
              <a:off x="4157570" y="1581209"/>
              <a:ext cx="5847042" cy="946838"/>
            </a:xfrm>
            <a:prstGeom prst="roundRect">
              <a:avLst>
                <a:gd name="adj" fmla="val 6183"/>
              </a:avLst>
            </a:prstGeom>
            <a:solidFill>
              <a:srgbClr val="FFFDF8"/>
            </a:solidFill>
            <a:ln w="6350">
              <a:solidFill>
                <a:srgbClr val="DFD5C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11" name="Text 9">
              <a:extLst>
                <a:ext uri="{FF2B5EF4-FFF2-40B4-BE49-F238E27FC236}">
                  <a16:creationId xmlns:a16="http://schemas.microsoft.com/office/drawing/2014/main" id="{BC05AC8F-F460-A8FC-3E8B-D5FC0D102709}"/>
                </a:ext>
              </a:extLst>
            </p:cNvPr>
            <p:cNvSpPr/>
            <p:nvPr/>
          </p:nvSpPr>
          <p:spPr>
            <a:xfrm>
              <a:off x="4273710" y="1745022"/>
              <a:ext cx="5668009" cy="13761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625"/>
                </a:lnSpc>
                <a:buNone/>
              </a:pPr>
              <a:r>
                <a:rPr lang="ko-KR" altLang="en-US" sz="20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Jua" pitchFamily="34" charset="-120"/>
                </a:rPr>
                <a:t>내신 등급만으로 평가가 어려워지자</a:t>
              </a:r>
              <a:r>
                <a:rPr lang="en-US" altLang="ko-KR" sz="20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Jua" pitchFamily="34" charset="-120"/>
                </a:rPr>
                <a:t>,</a:t>
              </a:r>
            </a:p>
            <a:p>
              <a:pPr marL="0" indent="0" algn="l">
                <a:lnSpc>
                  <a:spcPts val="2625"/>
                </a:lnSpc>
                <a:buNone/>
              </a:pPr>
              <a:r>
                <a:rPr lang="ko-KR" altLang="en-US" sz="20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Jua" pitchFamily="34" charset="-120"/>
                </a:rPr>
                <a:t>대학은 </a:t>
              </a:r>
              <a:r>
                <a:rPr lang="ko-KR" altLang="en-US" sz="2000" dirty="0">
                  <a:solidFill>
                    <a:schemeClr val="accent2">
                      <a:lumMod val="75000"/>
                    </a:schemeClr>
                  </a:solidFill>
                  <a:latin typeface="여기어때 잘난체 2 TTF" pitchFamily="2" charset="-127"/>
                  <a:ea typeface="여기어때 잘난체 2 TTF" pitchFamily="2" charset="-127"/>
                  <a:cs typeface="Jua" pitchFamily="34" charset="-120"/>
                </a:rPr>
                <a:t>학교생활기록부</a:t>
              </a:r>
              <a:r>
                <a:rPr lang="ko-KR" altLang="en-US" sz="20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Jua" pitchFamily="34" charset="-120"/>
                </a:rPr>
                <a:t>를 더 깊이 들여다보기 시작했습니다</a:t>
              </a:r>
              <a:r>
                <a:rPr lang="en-US" altLang="ko-KR" sz="20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  <a:cs typeface="Jua" pitchFamily="34" charset="-120"/>
                </a:rPr>
                <a:t>.</a:t>
              </a:r>
              <a:endParaRPr lang="en-US" sz="20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sp>
        <p:nvSpPr>
          <p:cNvPr id="4" name="Text 36">
            <a:extLst>
              <a:ext uri="{FF2B5EF4-FFF2-40B4-BE49-F238E27FC236}">
                <a16:creationId xmlns:a16="http://schemas.microsoft.com/office/drawing/2014/main" id="{652B4496-F379-3C6A-CC8F-73B103D412BF}"/>
              </a:ext>
            </a:extLst>
          </p:cNvPr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핵심 권장과목과 권장과목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44</a:t>
            </a:r>
            <a:endParaRPr lang="en-US" sz="13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E321F6B-CAFB-35EF-8D64-42995B1BA25D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6.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전공 연계 교과 이수 과목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D774074-36D6-4F83-8FC5-210C62B9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1" y="1469637"/>
            <a:ext cx="10883392" cy="52127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9BD0C-5653-97BD-CFA2-B55C9E87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81C1A82-AF38-45DC-8DFD-A6CF9B363B6F}"/>
              </a:ext>
            </a:extLst>
          </p:cNvPr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핵심 권장과목과 권장과목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E532B2F-36F7-3633-BB47-B65F05F951F4}"/>
              </a:ext>
            </a:extLst>
          </p:cNvPr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153E2F-D5E2-6666-EF87-16B2898CCA45}"/>
              </a:ext>
            </a:extLst>
          </p:cNvPr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34</a:t>
            </a:r>
            <a:endParaRPr lang="en-US" sz="13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F3A65AD-CEF2-691A-CB3F-22D341C34747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6.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전공 연계 교과 이수 과목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F6E3CB-5241-C611-9821-C97E030B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366" y="1802746"/>
            <a:ext cx="4163267" cy="416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641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2028학년도 수능은 이렇게 바뀝니다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36085"/>
            <a:ext cx="5175250" cy="3689805"/>
          </a:xfrm>
          <a:prstGeom prst="roundRect">
            <a:avLst>
              <a:gd name="adj" fmla="val 373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73150" y="1980561"/>
            <a:ext cx="48007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3150" y="2325941"/>
            <a:ext cx="480072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무엇이 달라지나</a:t>
            </a:r>
            <a:endParaRPr lang="en-US" sz="21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3150" y="2760221"/>
            <a:ext cx="4800727" cy="25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모든 영역에 선택과목이 없습니다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285750" indent="-28575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계열 구분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없는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통합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/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융합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교육 강화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285750" indent="-28575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과목 선택에 따른 유불리 문제 해소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285750" indent="-28575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평가와 운영 방식은 현행과 동일합니다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285750" indent="-28575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수학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: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대수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+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미적분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+ 확률과 통계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285750" indent="-28575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탐구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: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통합사회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통합과학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00775" y="1736086"/>
            <a:ext cx="5175250" cy="3689804"/>
          </a:xfrm>
          <a:prstGeom prst="roundRect">
            <a:avLst>
              <a:gd name="adj" fmla="val 373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57950" y="1980561"/>
            <a:ext cx="48007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C166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57950" y="2325941"/>
            <a:ext cx="480072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무엇을 예상해야 하나</a:t>
            </a:r>
            <a:endParaRPr lang="en-US" sz="21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49260" y="2760222"/>
            <a:ext cx="5010277" cy="2275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변별력 약화가 예상됩니다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상위권 대학의 전형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요소가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다양해집니다</a:t>
            </a:r>
            <a:endParaRPr lang="en-US" sz="2000" dirty="0">
              <a:solidFill>
                <a:srgbClr val="2B2926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IBM Plex Sans KR" pitchFamily="34" charset="-120"/>
            </a:endParaRPr>
          </a:p>
          <a:p>
            <a:pPr algn="l">
              <a:lnSpc>
                <a:spcPct val="120000"/>
              </a:lnSpc>
              <a:buSzPct val="100000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    (면접 강화 등)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자연 계열 교과 이수과목 지정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기조는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유지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35</a:t>
            </a:r>
            <a:endParaRPr lang="en-US" sz="13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6C78878-D14D-1A12-2D9D-CD2FB64553E9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5.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대입 제도의 개편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2028 수능 탐구 영역의 변화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55436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2000" dirty="0" err="1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사회</a:t>
            </a:r>
            <a:r>
              <a:rPr lang="en-US" altLang="ko-KR" sz="2000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</a:t>
            </a:r>
            <a:r>
              <a:rPr lang="en-US" sz="2000" dirty="0" err="1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과학탐구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5975" y="1968996"/>
            <a:ext cx="3405684" cy="1161951"/>
          </a:xfrm>
          <a:prstGeom prst="roundRect">
            <a:avLst>
              <a:gd name="adj" fmla="val 95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4375" y="2149971"/>
            <a:ext cx="31088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문항 수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3161" y="2558852"/>
            <a:ext cx="6580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20개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64680" y="2682677"/>
            <a:ext cx="215900" cy="1079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94880" y="2523331"/>
            <a:ext cx="65801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25개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93109" y="1968996"/>
            <a:ext cx="3405783" cy="1161951"/>
          </a:xfrm>
          <a:prstGeom prst="roundRect">
            <a:avLst>
              <a:gd name="adj" fmla="val 95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41507" y="2149971"/>
            <a:ext cx="31089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시험 시간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07707" y="2558852"/>
            <a:ext cx="5545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30분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5741" y="2682677"/>
            <a:ext cx="215900" cy="1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55941" y="2523331"/>
            <a:ext cx="6790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40분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70341" y="1968996"/>
            <a:ext cx="3405684" cy="1161951"/>
          </a:xfrm>
          <a:prstGeom prst="roundRect">
            <a:avLst>
              <a:gd name="adj" fmla="val 95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8118741" y="2149971"/>
            <a:ext cx="31088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배점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18741" y="2558852"/>
            <a:ext cx="8842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2 / 3점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6510" y="2682677"/>
            <a:ext cx="215900" cy="1079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96709" y="2523331"/>
            <a:ext cx="19793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1.5 / 2 / 2.5점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12800" y="337542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200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제2외국어</a:t>
            </a:r>
            <a:r>
              <a:rPr lang="en-US" altLang="ko-KR" sz="2000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</a:t>
            </a:r>
            <a:r>
              <a:rPr lang="en-US" sz="2000" dirty="0" err="1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한문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15975" y="3790060"/>
            <a:ext cx="3405684" cy="1161951"/>
          </a:xfrm>
          <a:prstGeom prst="roundRect">
            <a:avLst>
              <a:gd name="adj" fmla="val 95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964375" y="3971035"/>
            <a:ext cx="31088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문항 수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734641" y="4379916"/>
            <a:ext cx="5568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30개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24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54957" y="4503741"/>
            <a:ext cx="215900" cy="1079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85157" y="4344395"/>
            <a:ext cx="668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20개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4393109" y="3790060"/>
            <a:ext cx="3405783" cy="1161951"/>
          </a:xfrm>
          <a:prstGeom prst="roundRect">
            <a:avLst>
              <a:gd name="adj" fmla="val 95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4541507" y="3971035"/>
            <a:ext cx="31089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시험 시간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5309691" y="4379916"/>
            <a:ext cx="574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40분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29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7569" y="4503741"/>
            <a:ext cx="215900" cy="1079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77769" y="4344395"/>
            <a:ext cx="6552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30분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7970341" y="3790060"/>
            <a:ext cx="3405684" cy="1161951"/>
          </a:xfrm>
          <a:prstGeom prst="roundRect">
            <a:avLst>
              <a:gd name="adj" fmla="val 9564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8118741" y="3971035"/>
            <a:ext cx="31088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배점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8506691" y="4379916"/>
            <a:ext cx="857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1 / 2점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34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78367" y="4503741"/>
            <a:ext cx="215900" cy="1079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08567" y="4344395"/>
            <a:ext cx="11306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2 / 3점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964375" y="5470030"/>
            <a:ext cx="10883392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Cafe24 PRO Slim Air" pitchFamily="2" charset="-127"/>
                <a:ea typeface="Cafe24 PRO Slim Air" pitchFamily="2" charset="-127"/>
                <a:cs typeface="IBM Plex Sans KR" pitchFamily="34" charset="-120"/>
              </a:rPr>
              <a:t>탐구는 </a:t>
            </a:r>
            <a:r>
              <a:rPr lang="en-US" sz="1600" b="1" dirty="0">
                <a:solidFill>
                  <a:srgbClr val="2B2926"/>
                </a:solidFill>
                <a:latin typeface="Cafe24 PRO Slim Fit" pitchFamily="2" charset="-127"/>
                <a:ea typeface="Cafe24 PRO Slim Fit" pitchFamily="2" charset="-127"/>
                <a:cs typeface="IBM Plex Sans KR" pitchFamily="34" charset="-120"/>
              </a:rPr>
              <a:t>통합사회 · 통합과학 한 과목씩</a:t>
            </a:r>
            <a:r>
              <a:rPr lang="en-US" sz="1600" dirty="0">
                <a:solidFill>
                  <a:srgbClr val="2B2926"/>
                </a:solidFill>
                <a:latin typeface="Cafe24 PRO Slim Air" pitchFamily="2" charset="-127"/>
                <a:ea typeface="Cafe24 PRO Slim Air" pitchFamily="2" charset="-127"/>
                <a:cs typeface="IBM Plex Sans KR" pitchFamily="34" charset="-120"/>
              </a:rPr>
              <a:t>만 치릅니다. 문항 수가 늘고 배점이 세분화됩니다.</a:t>
            </a:r>
            <a:endParaRPr lang="en-US" sz="1600" dirty="0">
              <a:latin typeface="Cafe24 PRO Slim Air" pitchFamily="2" charset="-127"/>
              <a:ea typeface="Cafe24 PRO Slim Air" pitchFamily="2" charset="-127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36</a:t>
            </a:r>
            <a:endParaRPr lang="en-US" sz="13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75BDAA85-25C1-21FE-F977-D182B6D593A4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5.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대입 제도의 개편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8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8739" y="1563688"/>
            <a:ext cx="1305223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algn="ctr">
              <a:lnSpc>
                <a:spcPts val="8500"/>
              </a:lnSpc>
            </a:pPr>
            <a:r>
              <a:rPr lang="en-US" altLang="ko-KR" sz="8500" dirty="0">
                <a:solidFill>
                  <a:srgbClr val="C1663A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</a:rPr>
              <a:t>03</a:t>
            </a:r>
            <a:endParaRPr lang="en-US" altLang="ko-KR" sz="85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pic>
        <p:nvPicPr>
          <p:cNvPr id="3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51500" y="2782888"/>
            <a:ext cx="889000" cy="50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1163" y="4012208"/>
            <a:ext cx="882967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4A5D50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바뀐 제도 안에서 학생이 실제로 무엇을 고를 수 있는지 보여드립니다.</a:t>
            </a:r>
            <a:endParaRPr lang="en-US" sz="2400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436217" y="4713883"/>
            <a:ext cx="2607667" cy="577155"/>
          </a:xfrm>
          <a:prstGeom prst="roundRect">
            <a:avLst>
              <a:gd name="adj" fmla="val 14853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596587" y="4856758"/>
            <a:ext cx="2286927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학교 지정과목과 선택과목</a:t>
            </a:r>
            <a:endParaRPr lang="en-US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77234" y="4713883"/>
            <a:ext cx="1979017" cy="577155"/>
          </a:xfrm>
          <a:prstGeom prst="roundRect">
            <a:avLst>
              <a:gd name="adj" fmla="val 14853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345509" y="4856758"/>
            <a:ext cx="1642467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과학중점과정 운영</a:t>
            </a:r>
            <a:endParaRPr lang="en-US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89602" y="4713883"/>
            <a:ext cx="2466082" cy="577155"/>
          </a:xfrm>
          <a:prstGeom prst="roundRect">
            <a:avLst>
              <a:gd name="adj" fmla="val 14853"/>
            </a:avLst>
          </a:prstGeom>
          <a:solidFill>
            <a:srgbClr val="FFFDF8"/>
          </a:solidFill>
          <a:ln w="6350">
            <a:solidFill>
              <a:srgbClr val="CBD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452096" y="4856758"/>
            <a:ext cx="2141094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dirty="0">
                <a:solidFill>
                  <a:srgbClr val="2B2926"/>
                </a:solidFill>
                <a:latin typeface="여기어때 잘난체 2" panose="00000500000000000000" pitchFamily="50" charset="-127"/>
                <a:ea typeface="여기어때 잘난체 2" panose="00000500000000000000" pitchFamily="50" charset="-127"/>
                <a:cs typeface="IBM Plex Sans KR" pitchFamily="34" charset="-120"/>
              </a:rPr>
              <a:t>설계를 돕는 상담과 특강</a:t>
            </a:r>
            <a:endParaRPr lang="en-US" dirty="0">
              <a:latin typeface="여기어때 잘난체 2" panose="00000500000000000000" pitchFamily="50" charset="-127"/>
              <a:ea typeface="여기어때 잘난체 2" panose="00000500000000000000" pitchFamily="50" charset="-127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150D497-B073-F759-B5CB-2977CE4BE3F7}"/>
              </a:ext>
            </a:extLst>
          </p:cNvPr>
          <p:cNvSpPr/>
          <p:nvPr/>
        </p:nvSpPr>
        <p:spPr>
          <a:xfrm>
            <a:off x="1879955" y="2973388"/>
            <a:ext cx="8491771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7080"/>
              </a:lnSpc>
              <a:buNone/>
            </a:pPr>
            <a:r>
              <a:rPr lang="ko-KR" altLang="en-US" sz="59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경상고</a:t>
            </a:r>
            <a:r>
              <a:rPr lang="ko-KR" altLang="en-US" sz="59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교육과정</a:t>
            </a:r>
            <a:endParaRPr lang="en-US" sz="59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지정 과목 외에는 모두 학생이 고릅니다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595636"/>
            <a:ext cx="5404148" cy="1092200"/>
          </a:xfrm>
          <a:prstGeom prst="roundRect">
            <a:avLst>
              <a:gd name="adj" fmla="val 901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35050" y="1840111"/>
            <a:ext cx="466906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필수 이수 </a:t>
            </a:r>
            <a:r>
              <a:rPr lang="en-US" sz="2000" dirty="0" err="1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학점을</a:t>
            </a: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 </a:t>
            </a:r>
            <a:r>
              <a:rPr lang="en-US" sz="2000" dirty="0" err="1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위한</a:t>
            </a: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 학교 지정 과목 외에는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모두 선택 가능</a:t>
            </a: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합니다.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16973" y="1595636"/>
            <a:ext cx="4959052" cy="1092200"/>
          </a:xfrm>
          <a:prstGeom prst="roundRect">
            <a:avLst>
              <a:gd name="adj" fmla="val 901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61448" y="1840111"/>
            <a:ext cx="46379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심화 과목을 비롯한 다양한 과목을 </a:t>
            </a:r>
            <a:r>
              <a:rPr lang="en-US" sz="2000" dirty="0" err="1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개설하여</a:t>
            </a: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  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선택의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 폭</a:t>
            </a:r>
            <a:r>
              <a:rPr lang="en-US" sz="2000" dirty="0">
                <a:solidFill>
                  <a:srgbClr val="1F403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을 넓혔습니다.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2800" y="2856111"/>
            <a:ext cx="10566400" cy="1790502"/>
          </a:xfrm>
          <a:prstGeom prst="roundRect">
            <a:avLst>
              <a:gd name="adj" fmla="val 7093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92200" y="3110111"/>
            <a:ext cx="1030782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4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학교 지정과목</a:t>
            </a:r>
            <a:endParaRPr lang="en-US" sz="24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2200" y="3574852"/>
            <a:ext cx="10307828" cy="370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72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공통과목</a:t>
            </a:r>
            <a:r>
              <a:rPr lang="en-US" sz="2000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: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공통국어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공통수학, 공통영어, 통합사회, 통합과학, 한국사, 과학탐구실험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2200" y="4047232"/>
            <a:ext cx="10307828" cy="370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72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그 </a:t>
            </a:r>
            <a:r>
              <a:rPr lang="en-US" sz="2000" b="1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밖의</a:t>
            </a:r>
            <a:r>
              <a:rPr lang="en-US" sz="2000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b="1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지정과목</a:t>
            </a:r>
            <a:r>
              <a:rPr lang="en-US" sz="2000" b="1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: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체육, 음악, 미술, 정보, 한문,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교양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(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인간과 철학</a:t>
            </a:r>
            <a:r>
              <a:rPr lang="en-US" altLang="ko-KR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논리와 사고</a:t>
            </a:r>
            <a:r>
              <a:rPr lang="en-US" altLang="ko-KR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)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5975" y="4814888"/>
            <a:ext cx="5187950" cy="1119981"/>
          </a:xfrm>
          <a:prstGeom prst="roundRect">
            <a:avLst>
              <a:gd name="adj" fmla="val 8788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35050" y="5008563"/>
            <a:ext cx="489229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78</a:t>
            </a:r>
            <a:r>
              <a:rPr lang="en-US" sz="3100" dirty="0">
                <a:solidFill>
                  <a:srgbClr val="6F6960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학점</a:t>
            </a:r>
            <a:endParaRPr lang="en-US" sz="31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35050" y="5492353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학교 지정과목 교과 이수 학점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88075" y="4814888"/>
            <a:ext cx="5187950" cy="1119981"/>
          </a:xfrm>
          <a:prstGeom prst="roundRect">
            <a:avLst>
              <a:gd name="adj" fmla="val 8788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7150" y="5008563"/>
            <a:ext cx="489229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10"/>
              </a:lnSpc>
              <a:buNone/>
            </a:pPr>
            <a:r>
              <a:rPr lang="en-US" sz="31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96</a:t>
            </a:r>
            <a:r>
              <a:rPr lang="en-US" sz="3100" dirty="0">
                <a:solidFill>
                  <a:srgbClr val="6F6960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학점</a:t>
            </a:r>
            <a:endParaRPr lang="en-US" sz="31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7150" y="5492353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학생이 직접 고르는 학점 (192 - 96)</a:t>
            </a:r>
            <a:endParaRPr lang="en-US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38</a:t>
            </a:r>
            <a:endParaRPr lang="en-US" sz="13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B7D45CD-7C09-0129-B058-850DD3D410E9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실질적 과목 선택권 보장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1200" y="896541"/>
            <a:ext cx="1109268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학교 </a:t>
            </a:r>
            <a:r>
              <a:rPr lang="en-US" sz="26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지정과목</a:t>
            </a: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26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편제표</a:t>
            </a: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– 2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학년</a:t>
            </a:r>
            <a:endParaRPr lang="en-US" sz="26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8D9FC09D-8134-9879-9FFB-CBDC43B85ACC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교육과정 편성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086D8E5-6006-546A-FFFA-D4432AB2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9" y="1438197"/>
            <a:ext cx="4224618" cy="5228756"/>
          </a:xfrm>
          <a:prstGeom prst="rect">
            <a:avLst/>
          </a:prstGeom>
        </p:spPr>
      </p:pic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32966F53-E646-4F2F-73C8-6382EBD4E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21171"/>
              </p:ext>
            </p:extLst>
          </p:nvPr>
        </p:nvGraphicFramePr>
        <p:xfrm>
          <a:off x="4791010" y="1449624"/>
          <a:ext cx="7176873" cy="50631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1947">
                  <a:extLst>
                    <a:ext uri="{9D8B030D-6E8A-4147-A177-3AD203B41FA5}">
                      <a16:colId xmlns:a16="http://schemas.microsoft.com/office/drawing/2014/main" val="1533769759"/>
                    </a:ext>
                  </a:extLst>
                </a:gridCol>
                <a:gridCol w="716749">
                  <a:extLst>
                    <a:ext uri="{9D8B030D-6E8A-4147-A177-3AD203B41FA5}">
                      <a16:colId xmlns:a16="http://schemas.microsoft.com/office/drawing/2014/main" val="3380635952"/>
                    </a:ext>
                  </a:extLst>
                </a:gridCol>
                <a:gridCol w="4908177">
                  <a:extLst>
                    <a:ext uri="{9D8B030D-6E8A-4147-A177-3AD203B41FA5}">
                      <a16:colId xmlns:a16="http://schemas.microsoft.com/office/drawing/2014/main" val="872047220"/>
                    </a:ext>
                  </a:extLst>
                </a:gridCol>
              </a:tblGrid>
              <a:tr h="5108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국어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화법과 언어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독서와 작문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문학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독서 토론과 글쓰기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110494"/>
                  </a:ext>
                </a:extLst>
              </a:tr>
              <a:tr h="510823">
                <a:tc>
                  <a:txBody>
                    <a:bodyPr/>
                    <a:lstStyle/>
                    <a:p>
                      <a:pPr marL="0" marR="0" lvl="0" indent="0" algn="ctr" defTabSz="6859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수학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대수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인공지능 수학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기하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미적분</a:t>
                      </a:r>
                      <a:r>
                        <a:rPr lang="en-US" altLang="ko-KR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확률과 통계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951503"/>
                  </a:ext>
                </a:extLst>
              </a:tr>
              <a:tr h="510823">
                <a:tc>
                  <a:txBody>
                    <a:bodyPr/>
                    <a:lstStyle/>
                    <a:p>
                      <a:pPr marL="0" marR="0" lvl="0" indent="0" algn="ctr" defTabSz="6859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영어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9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영어</a:t>
                      </a:r>
                      <a:r>
                        <a:rPr lang="en-US" altLang="ko-KR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 영어 독해와 작문</a:t>
                      </a:r>
                      <a:r>
                        <a:rPr lang="en-US" altLang="ko-KR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영어</a:t>
                      </a:r>
                      <a:r>
                        <a:rPr lang="en-US" altLang="ko-KR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556268"/>
                          </a:solidFill>
                          <a:effectLst/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  <a:cs typeface="+mn-cs"/>
                        </a:rPr>
                        <a:t>미디어 영어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627490"/>
                  </a:ext>
                </a:extLst>
              </a:tr>
              <a:tr h="972875">
                <a:tc>
                  <a:txBody>
                    <a:bodyPr/>
                    <a:lstStyle/>
                    <a:p>
                      <a:pPr marL="0" marR="0" lvl="0" indent="0" algn="ctr" defTabSz="6859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사회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세계시민과 지리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한국지리 탐구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세계사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사회와 문화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정치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현대사회와 윤리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인문학과 윤리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271647"/>
                  </a:ext>
                </a:extLst>
              </a:tr>
              <a:tr h="563244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과학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</a:rPr>
                        <a:t>일반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물리학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화학 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생명과학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지구과학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325719"/>
                  </a:ext>
                </a:extLst>
              </a:tr>
              <a:tr h="9728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배달의민족 한나체 Air OTF" panose="020B0600000101010101" pitchFamily="34" charset="-127"/>
                          <a:ea typeface="배달의민족 한나체 Air OTF" panose="020B0600000101010101" pitchFamily="34" charset="-127"/>
                        </a:rPr>
                        <a:t>진로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역학과 에너지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화학 반응의 세계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세포와 물질대사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지구시스템과학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과학과제 연구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79964"/>
                  </a:ext>
                </a:extLst>
              </a:tr>
              <a:tr h="5108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기술가정</a:t>
                      </a:r>
                      <a:r>
                        <a:rPr lang="en-US" altLang="ko-KR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정보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 인공지능 기초</a:t>
                      </a:r>
                      <a:r>
                        <a:rPr lang="en-US" altLang="ko-KR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데이터 과학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255418"/>
                  </a:ext>
                </a:extLst>
              </a:tr>
              <a:tr h="5108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제</a:t>
                      </a:r>
                      <a:r>
                        <a:rPr lang="en-US" altLang="ko-KR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2</a:t>
                      </a: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외국어</a:t>
                      </a:r>
                      <a:r>
                        <a:rPr lang="en-US" altLang="ko-KR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556268"/>
                          </a:solidFill>
                          <a:latin typeface="배달의민족 주아 OTF" panose="02020603020101020101" pitchFamily="18" charset="-127"/>
                          <a:ea typeface="배달의민족 주아 OTF" panose="02020603020101020101" pitchFamily="18" charset="-127"/>
                        </a:rPr>
                        <a:t>한문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556268"/>
                          </a:solidFill>
                          <a:latin typeface="한컴 말랑말랑 Regular" panose="020F0303000000000000" pitchFamily="50" charset="-127"/>
                          <a:ea typeface="한컴 말랑말랑 Regular" panose="020F0303000000000000" pitchFamily="50" charset="-127"/>
                        </a:rPr>
                        <a:t> 언어생활과 한자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3940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2학년은 이렇게 고릅니다 — 32과목 중 </a:t>
            </a:r>
            <a:r>
              <a:rPr lang="ko-KR" altLang="en-US" sz="32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택</a:t>
            </a:r>
            <a:r>
              <a:rPr lang="ko-KR" alt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12과목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89874"/>
            <a:ext cx="3397250" cy="2944912"/>
          </a:xfrm>
          <a:prstGeom prst="roundRect">
            <a:avLst>
              <a:gd name="adj" fmla="val 420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60450" y="2047049"/>
            <a:ext cx="29955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b="1" kern="0" spc="10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1학기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0450" y="2824130"/>
            <a:ext cx="299554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6과목</a:t>
            </a:r>
            <a:endParaRPr lang="en-US" sz="4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0450" y="3707734"/>
            <a:ext cx="29955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24학점</a:t>
            </a:r>
            <a:endParaRPr lang="en-US" sz="20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97375" y="1789874"/>
            <a:ext cx="3397250" cy="2944912"/>
          </a:xfrm>
          <a:prstGeom prst="roundRect">
            <a:avLst>
              <a:gd name="adj" fmla="val 420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41850" y="2047049"/>
            <a:ext cx="29955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b="1" kern="0" spc="10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2학기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41850" y="2824130"/>
            <a:ext cx="299554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6과목</a:t>
            </a:r>
            <a:endParaRPr lang="en-US" sz="4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41850" y="3707734"/>
            <a:ext cx="29955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24학점</a:t>
            </a:r>
            <a:endParaRPr lang="en-US" sz="20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78775" y="1789874"/>
            <a:ext cx="3397250" cy="2944912"/>
          </a:xfrm>
          <a:prstGeom prst="roundRect">
            <a:avLst>
              <a:gd name="adj" fmla="val 420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3250" y="2047049"/>
            <a:ext cx="29955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b="1" kern="0" spc="100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2학년 합계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3250" y="2824130"/>
            <a:ext cx="299554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12과목</a:t>
            </a:r>
            <a:endParaRPr lang="en-US" sz="4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3250" y="3707734"/>
            <a:ext cx="29955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32과목 중 택 12</a:t>
            </a:r>
            <a:r>
              <a:rPr lang="ko-KR" altLang="en-US" sz="2000" dirty="0">
                <a:solidFill>
                  <a:srgbClr val="2B2926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과목</a:t>
            </a:r>
            <a:endParaRPr lang="en-US" sz="20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2800" y="5336580"/>
            <a:ext cx="10566400" cy="695920"/>
          </a:xfrm>
          <a:prstGeom prst="roundRect">
            <a:avLst>
              <a:gd name="adj" fmla="val 16424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41400" y="5527080"/>
            <a:ext cx="10412476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ko-KR" altLang="en-US" sz="2400" dirty="0">
                <a:solidFill>
                  <a:srgbClr val="2B2926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학생의 선택권을 최대한 보장하기 위해 노력하고 있습니다</a:t>
            </a:r>
            <a:r>
              <a:rPr lang="en-US" altLang="ko-KR" sz="2400" dirty="0">
                <a:solidFill>
                  <a:srgbClr val="2B2926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.</a:t>
            </a:r>
            <a:endParaRPr lang="en-US" sz="24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40</a:t>
            </a:r>
            <a:endParaRPr lang="en-US" sz="13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C07648CA-324B-43C5-8F3D-41AD6BC51BC0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교육과정 편성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8E65E-FBC6-85C7-4725-D3352578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76BCC3C-B88D-D1CF-ABCE-1E3CB4AEFCA7}"/>
              </a:ext>
            </a:extLst>
          </p:cNvPr>
          <p:cNvSpPr/>
          <p:nvPr/>
        </p:nvSpPr>
        <p:spPr>
          <a:xfrm>
            <a:off x="711200" y="896541"/>
            <a:ext cx="1109268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학교 </a:t>
            </a:r>
            <a:r>
              <a:rPr lang="en-US" sz="26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지정과목</a:t>
            </a: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en-US" sz="26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편제표</a:t>
            </a:r>
            <a:r>
              <a:rPr 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– 3</a:t>
            </a:r>
            <a:r>
              <a:rPr lang="ko-KR" altLang="en-US" sz="26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학년</a:t>
            </a:r>
            <a:endParaRPr lang="en-US" sz="26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AABA3FF0-AD0C-9FEA-3995-F7F4AD763FB2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교육과정 편성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98EB2B-2A65-9205-FD83-566C5412E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23" y="1438197"/>
            <a:ext cx="5386176" cy="41557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26629F-6C3B-8F0D-0BD9-7D8EEE913D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4"/>
          <a:stretch>
            <a:fillRect/>
          </a:stretch>
        </p:blipFill>
        <p:spPr>
          <a:xfrm>
            <a:off x="6207644" y="1438198"/>
            <a:ext cx="5045684" cy="50836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3BDB79-5DF7-8769-A364-0DD94714E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23" y="5664768"/>
            <a:ext cx="5375796" cy="85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60098-BD20-73D1-9574-11C8DAC9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74750E3-4C44-6DB9-6432-90E049AAE5B4}"/>
              </a:ext>
            </a:extLst>
          </p:cNvPr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3학년은 이렇게 고릅니다 — 46과목 중 12과목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18F8A5-97F2-C3B0-A154-1D345CBE6331}"/>
              </a:ext>
            </a:extLst>
          </p:cNvPr>
          <p:cNvSpPr/>
          <p:nvPr/>
        </p:nvSpPr>
        <p:spPr>
          <a:xfrm>
            <a:off x="815975" y="1608336"/>
            <a:ext cx="3397250" cy="2944912"/>
          </a:xfrm>
          <a:prstGeom prst="roundRect">
            <a:avLst>
              <a:gd name="adj" fmla="val 420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9BD2A7-4FDF-B160-350A-55B3BE552C9B}"/>
              </a:ext>
            </a:extLst>
          </p:cNvPr>
          <p:cNvSpPr/>
          <p:nvPr/>
        </p:nvSpPr>
        <p:spPr>
          <a:xfrm>
            <a:off x="1060450" y="2270492"/>
            <a:ext cx="299554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300" dirty="0">
                <a:solidFill>
                  <a:srgbClr val="1F4032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Jua" pitchFamily="34" charset="-120"/>
              </a:rPr>
              <a:t>교과 5 + 교양 1</a:t>
            </a:r>
            <a:endParaRPr lang="en-US" sz="23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3D32BF-7D36-F7DD-4BDA-4FBD2F1014D4}"/>
              </a:ext>
            </a:extLst>
          </p:cNvPr>
          <p:cNvSpPr/>
          <p:nvPr/>
        </p:nvSpPr>
        <p:spPr>
          <a:xfrm>
            <a:off x="1060450" y="2770348"/>
            <a:ext cx="299554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6과목</a:t>
            </a:r>
            <a:endParaRPr lang="en-US" sz="4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FCD227-29FF-B4FC-E2D0-200AE708F2C6}"/>
              </a:ext>
            </a:extLst>
          </p:cNvPr>
          <p:cNvSpPr/>
          <p:nvPr/>
        </p:nvSpPr>
        <p:spPr>
          <a:xfrm>
            <a:off x="1060450" y="3821433"/>
            <a:ext cx="299554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교과 5과목(20학점)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 err="1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교양</a:t>
            </a: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1과목(4학점)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AB5E103-E5FE-B459-3A87-45823CFFA04D}"/>
              </a:ext>
            </a:extLst>
          </p:cNvPr>
          <p:cNvSpPr/>
          <p:nvPr/>
        </p:nvSpPr>
        <p:spPr>
          <a:xfrm>
            <a:off x="4397375" y="1608336"/>
            <a:ext cx="3397250" cy="2944912"/>
          </a:xfrm>
          <a:prstGeom prst="roundRect">
            <a:avLst>
              <a:gd name="adj" fmla="val 420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E80A24-E54E-21E3-C454-40FC9B16BDA4}"/>
              </a:ext>
            </a:extLst>
          </p:cNvPr>
          <p:cNvSpPr/>
          <p:nvPr/>
        </p:nvSpPr>
        <p:spPr>
          <a:xfrm>
            <a:off x="4641850" y="2270492"/>
            <a:ext cx="299554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300" dirty="0">
                <a:solidFill>
                  <a:srgbClr val="1F4032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Jua" pitchFamily="34" charset="-120"/>
              </a:rPr>
              <a:t>6과목 선택</a:t>
            </a:r>
            <a:endParaRPr lang="en-US" sz="23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533842C-29A9-013C-6129-50AEF3C0A941}"/>
              </a:ext>
            </a:extLst>
          </p:cNvPr>
          <p:cNvSpPr/>
          <p:nvPr/>
        </p:nvSpPr>
        <p:spPr>
          <a:xfrm>
            <a:off x="4641850" y="2770348"/>
            <a:ext cx="299554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6과목</a:t>
            </a:r>
            <a:endParaRPr lang="en-US" sz="4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248243C-ADB2-124D-6414-779322D90044}"/>
              </a:ext>
            </a:extLst>
          </p:cNvPr>
          <p:cNvSpPr/>
          <p:nvPr/>
        </p:nvSpPr>
        <p:spPr>
          <a:xfrm>
            <a:off x="4641850" y="3829913"/>
            <a:ext cx="299554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교과 6과목(24학점)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D8F3FB3-34A2-8897-2A40-149256F9FB72}"/>
              </a:ext>
            </a:extLst>
          </p:cNvPr>
          <p:cNvSpPr/>
          <p:nvPr/>
        </p:nvSpPr>
        <p:spPr>
          <a:xfrm>
            <a:off x="7978775" y="1608336"/>
            <a:ext cx="3397250" cy="2944912"/>
          </a:xfrm>
          <a:prstGeom prst="roundRect">
            <a:avLst>
              <a:gd name="adj" fmla="val 4205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1A4D4F-CC87-A7B6-EFE5-7FBB95FCFB9F}"/>
              </a:ext>
            </a:extLst>
          </p:cNvPr>
          <p:cNvSpPr/>
          <p:nvPr/>
        </p:nvSpPr>
        <p:spPr>
          <a:xfrm>
            <a:off x="8223250" y="2270492"/>
            <a:ext cx="299554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300" dirty="0">
                <a:solidFill>
                  <a:srgbClr val="1F4032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Jua" pitchFamily="34" charset="-120"/>
              </a:rPr>
              <a:t>연간 11과목</a:t>
            </a:r>
            <a:endParaRPr lang="en-US" sz="2300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05AD707-E905-9344-121E-A6E285BC4385}"/>
              </a:ext>
            </a:extLst>
          </p:cNvPr>
          <p:cNvSpPr/>
          <p:nvPr/>
        </p:nvSpPr>
        <p:spPr>
          <a:xfrm>
            <a:off x="8223250" y="2770348"/>
            <a:ext cx="299554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1663A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12과목</a:t>
            </a:r>
            <a:endParaRPr lang="en-US" sz="4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A6080A7-2FFD-2A13-8C96-DC364748239B}"/>
              </a:ext>
            </a:extLst>
          </p:cNvPr>
          <p:cNvSpPr/>
          <p:nvPr/>
        </p:nvSpPr>
        <p:spPr>
          <a:xfrm>
            <a:off x="8223250" y="3438792"/>
            <a:ext cx="29955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46과목 중 택 12</a:t>
            </a:r>
            <a:r>
              <a:rPr lang="ko-KR" altLang="en-US" sz="1700" dirty="0">
                <a:solidFill>
                  <a:srgbClr val="2B2926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과목</a:t>
            </a:r>
            <a:endParaRPr lang="en-US" sz="17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D6309EB-0415-C834-2BBF-E882B3235C02}"/>
              </a:ext>
            </a:extLst>
          </p:cNvPr>
          <p:cNvSpPr/>
          <p:nvPr/>
        </p:nvSpPr>
        <p:spPr>
          <a:xfrm>
            <a:off x="8223250" y="3829913"/>
            <a:ext cx="299554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 err="1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고급</a:t>
            </a: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</a:t>
            </a:r>
            <a:r>
              <a:rPr lang="en-US" dirty="0" err="1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물리학</a:t>
            </a: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/ 고급 </a:t>
            </a:r>
            <a:r>
              <a:rPr lang="en-US" dirty="0" err="1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화학</a:t>
            </a: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등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 err="1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심화</a:t>
            </a:r>
            <a:r>
              <a:rPr lang="en-US" dirty="0">
                <a:solidFill>
                  <a:srgbClr val="6F6960"/>
                </a:solidFill>
                <a:latin typeface="배달의민족 한나체 Air OTF" panose="020B0600000101010101" pitchFamily="34" charset="-127"/>
                <a:ea typeface="배달의민족 한나체 Air OTF" panose="020B0600000101010101" pitchFamily="34" charset="-127"/>
                <a:cs typeface="IBM Plex Sans KR" pitchFamily="34" charset="-120"/>
              </a:rPr>
              <a:t> 과목까지 개설합니다.</a:t>
            </a:r>
            <a:endParaRPr lang="en-US" dirty="0">
              <a:latin typeface="배달의민족 한나체 Air OTF" panose="020B0600000101010101" pitchFamily="34" charset="-127"/>
              <a:ea typeface="배달의민족 한나체 Air OTF" panose="020B0600000101010101" pitchFamily="34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55E9B70-F7CF-88B5-C1F1-708AF491A10E}"/>
              </a:ext>
            </a:extLst>
          </p:cNvPr>
          <p:cNvSpPr/>
          <p:nvPr/>
        </p:nvSpPr>
        <p:spPr>
          <a:xfrm>
            <a:off x="812800" y="5336580"/>
            <a:ext cx="10566400" cy="695920"/>
          </a:xfrm>
          <a:prstGeom prst="roundRect">
            <a:avLst>
              <a:gd name="adj" fmla="val 16424"/>
            </a:avLst>
          </a:prstGeom>
          <a:solidFill>
            <a:srgbClr val="F1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75FCA76-7054-6B36-A880-1F5A2124D614}"/>
              </a:ext>
            </a:extLst>
          </p:cNvPr>
          <p:cNvSpPr/>
          <p:nvPr/>
        </p:nvSpPr>
        <p:spPr>
          <a:xfrm>
            <a:off x="1041400" y="5527080"/>
            <a:ext cx="10412476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교양(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생태와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환경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인간과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심리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교육의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이해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창의융합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과제연구)은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1학기에 한 과목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을 고릅니다.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E5061EA-5F9B-E025-D317-A33B14AAC60A}"/>
              </a:ext>
            </a:extLst>
          </p:cNvPr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4863152-786C-29B0-770F-413318746A31}"/>
              </a:ext>
            </a:extLst>
          </p:cNvPr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42</a:t>
            </a:r>
            <a:endParaRPr lang="en-US" sz="13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6DD44A0D-24DF-8657-5020-D0C1D650579C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교육과정 편성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1126E8B9-E203-689E-722A-3556C7D6443A}"/>
              </a:ext>
            </a:extLst>
          </p:cNvPr>
          <p:cNvSpPr/>
          <p:nvPr/>
        </p:nvSpPr>
        <p:spPr>
          <a:xfrm>
            <a:off x="1060450" y="1865517"/>
            <a:ext cx="29955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b="1" kern="0" spc="10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1학기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08426E5-35AD-04A0-5C5C-DA5B35314EBA}"/>
              </a:ext>
            </a:extLst>
          </p:cNvPr>
          <p:cNvSpPr/>
          <p:nvPr/>
        </p:nvSpPr>
        <p:spPr>
          <a:xfrm>
            <a:off x="4641850" y="1865517"/>
            <a:ext cx="29955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b="1" kern="0" spc="10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2학기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D249E78-8FB0-57BB-824C-FD6F76532D8B}"/>
              </a:ext>
            </a:extLst>
          </p:cNvPr>
          <p:cNvSpPr/>
          <p:nvPr/>
        </p:nvSpPr>
        <p:spPr>
          <a:xfrm>
            <a:off x="8223250" y="1865517"/>
            <a:ext cx="29955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b="1" kern="0" spc="100" dirty="0">
                <a:solidFill>
                  <a:srgbClr val="C1663A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3학년 합계</a:t>
            </a:r>
            <a:endParaRPr lang="en-US" sz="20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0450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50" y="9192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경상고는 이렇게 대비합니다</a:t>
            </a:r>
            <a:endParaRPr lang="en-US" sz="28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9150" y="1624103"/>
            <a:ext cx="5200650" cy="1368425"/>
          </a:xfrm>
          <a:prstGeom prst="roundRect">
            <a:avLst>
              <a:gd name="adj" fmla="val 719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5525" y="1830478"/>
            <a:ext cx="4931537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진로를 먼저, 과목은 진로를 따라가도록</a:t>
            </a:r>
            <a:endParaRPr lang="en-US" sz="19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5526" y="2195603"/>
            <a:ext cx="433985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1학년 1학기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진로집중학기제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와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/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적성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검사로 방향을 먼저 잡습니다.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78550" y="1624103"/>
            <a:ext cx="5200650" cy="1368425"/>
          </a:xfrm>
          <a:prstGeom prst="roundRect">
            <a:avLst>
              <a:gd name="adj" fmla="val 719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384925" y="1830478"/>
            <a:ext cx="4931537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선택의 폭이 넓은 교육과정</a:t>
            </a:r>
            <a:endParaRPr lang="en-US" sz="19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84925" y="2195603"/>
            <a:ext cx="4931537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2학년 32과목 중 12과목, 3학년 46과목 중 12과목.</a:t>
            </a:r>
          </a:p>
          <a:p>
            <a:pPr marL="0" indent="0" algn="l">
              <a:lnSpc>
                <a:spcPts val="2325"/>
              </a:lnSpc>
              <a:buNone/>
            </a:pP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심화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전문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과목까지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ko-KR" alt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개설하고 있습니다</a:t>
            </a:r>
            <a:r>
              <a:rPr lang="en-US" altLang="ko-KR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9150" y="3151278"/>
            <a:ext cx="5200650" cy="1368425"/>
          </a:xfrm>
          <a:prstGeom prst="roundRect">
            <a:avLst>
              <a:gd name="adj" fmla="val 719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5525" y="3357653"/>
            <a:ext cx="4931537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학교에 없는 과목도 이수 가능</a:t>
            </a:r>
            <a:endParaRPr lang="en-US" sz="19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5525" y="3722778"/>
            <a:ext cx="4776881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공동교육과정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온라인학교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꿈창작캠퍼스로 원하는 과목을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들을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수 </a:t>
            </a:r>
            <a:r>
              <a:rPr lang="ko-KR" alt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있는 온라인</a:t>
            </a:r>
            <a:r>
              <a:rPr lang="en-US" altLang="ko-KR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-</a:t>
            </a:r>
            <a:r>
              <a:rPr lang="ko-KR" alt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오프라인 환경이 구축되어 있습니다</a:t>
            </a:r>
            <a:r>
              <a:rPr lang="en-US" altLang="ko-KR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8550" y="3151278"/>
            <a:ext cx="5200650" cy="1368425"/>
          </a:xfrm>
          <a:prstGeom prst="roundRect">
            <a:avLst>
              <a:gd name="adj" fmla="val 7193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84925" y="3357653"/>
            <a:ext cx="4931537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과학중점과정 운영</a:t>
            </a:r>
            <a:endParaRPr lang="en-US" sz="19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84925" y="3722778"/>
            <a:ext cx="4931537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이공계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진학</a:t>
            </a:r>
            <a:r>
              <a:rPr lang="ko-KR" alt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을 위한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과학중점과정</a:t>
            </a:r>
            <a:r>
              <a:rPr lang="ko-KR" alt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</a:t>
            </a:r>
            <a:r>
              <a:rPr lang="ko-KR" alt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운영되고 있습니다</a:t>
            </a:r>
            <a:r>
              <a:rPr lang="en-US" altLang="ko-KR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9150" y="4678452"/>
            <a:ext cx="5200650" cy="1500471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25525" y="4884828"/>
            <a:ext cx="4931537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ko-KR" alt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진로</a:t>
            </a:r>
            <a:r>
              <a:rPr lang="en-US" altLang="ko-KR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/</a:t>
            </a:r>
            <a:r>
              <a:rPr lang="ko-KR" alt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과목 </a:t>
            </a:r>
            <a:r>
              <a:rPr lang="en-US" sz="1900" dirty="0" err="1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설계를</a:t>
            </a:r>
            <a:r>
              <a:rPr lang="en-US" sz="1900" dirty="0">
                <a:solidFill>
                  <a:srgbClr val="1F4032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Jua" pitchFamily="34" charset="-120"/>
              </a:rPr>
              <a:t> 돕는 상담과 특강</a:t>
            </a:r>
            <a:endParaRPr lang="en-US" sz="1900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5525" y="5249953"/>
            <a:ext cx="4931537" cy="84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과목 선택 전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검사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/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해설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강연, 학부모 대상 특강을 </a:t>
            </a:r>
            <a:r>
              <a:rPr lang="en-US" sz="16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운영합니다</a:t>
            </a:r>
            <a:r>
              <a:rPr 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ko-KR" altLang="en-US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외에도 해당 분야의 전문가를 초빙하여 학생들의 진로 탐색을 적극 돕고 있습니다</a:t>
            </a:r>
            <a:r>
              <a:rPr lang="en-US" altLang="ko-KR" sz="16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endParaRPr 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43</a:t>
            </a:r>
            <a:endParaRPr lang="en-US" sz="13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DB28F120-45B4-ADCD-A789-2BE4BEA34DAB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2.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교육과정 설계 도우미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600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대구고교학점제지원센터에서 직접 비교해 보세요</a:t>
            </a:r>
            <a:endParaRPr lang="en-US" sz="32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33271" y="5350850"/>
            <a:ext cx="5073650" cy="91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ko-KR" altLang="en-US" sz="2800" dirty="0" err="1">
                <a:solidFill>
                  <a:srgbClr val="A8532C"/>
                </a:solidFill>
                <a:latin typeface="Cafe24 PRO Slim Fit" pitchFamily="2" charset="-127"/>
                <a:ea typeface="Cafe24 PRO Slim Fit" pitchFamily="2" charset="-127"/>
                <a:cs typeface="Jua" pitchFamily="34" charset="-120"/>
              </a:rPr>
              <a:t>대구고교학점제지원센터</a:t>
            </a:r>
            <a:endParaRPr lang="en-US" altLang="ko-KR" sz="2800" dirty="0">
              <a:solidFill>
                <a:srgbClr val="A8532C"/>
              </a:solidFill>
              <a:latin typeface="Cafe24 PRO Slim Fit" pitchFamily="2" charset="-127"/>
              <a:ea typeface="Cafe24 PRO Slim Fit" pitchFamily="2" charset="-127"/>
              <a:cs typeface="Jua" pitchFamily="34" charset="-120"/>
            </a:endParaRPr>
          </a:p>
          <a:p>
            <a:pPr marL="0" indent="0" algn="ctr">
              <a:lnSpc>
                <a:spcPts val="2380"/>
              </a:lnSpc>
              <a:buNone/>
            </a:pPr>
            <a:r>
              <a:rPr lang="en-US" sz="2800" dirty="0">
                <a:solidFill>
                  <a:srgbClr val="A8532C"/>
                </a:solidFill>
                <a:latin typeface="Cafe24 PRO Slim Fit" pitchFamily="2" charset="-127"/>
                <a:ea typeface="Cafe24 PRO Slim Fit" pitchFamily="2" charset="-127"/>
                <a:cs typeface="Jua" pitchFamily="34" charset="-120"/>
              </a:rPr>
              <a:t>https://www.dge.go.kr/hakjeom/main.do</a:t>
            </a:r>
            <a:endParaRPr lang="en-US" sz="2800" dirty="0">
              <a:latin typeface="Cafe24 PRO Slim Fit" pitchFamily="2" charset="-127"/>
              <a:ea typeface="Cafe24 PRO Slim Fit" pitchFamily="2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44</a:t>
            </a:r>
            <a:endParaRPr lang="en-US" sz="13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4320EC48-BD38-97E0-DF0C-B0AA7486BB9D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3.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교육과정 편성 확인 </a:t>
            </a:r>
            <a:r>
              <a:rPr lang="en-US" altLang="ko-KR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/ </a:t>
            </a:r>
            <a:r>
              <a:rPr lang="ko-KR" alt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비교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44C5DD4-D1DE-DA7E-63A2-9B51C4412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1601686"/>
            <a:ext cx="4438650" cy="360023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959247"/>
            <a:ext cx="10883392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68"/>
              </a:lnSpc>
              <a:buNone/>
            </a:pPr>
            <a:r>
              <a:rPr lang="en-US" sz="319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운영 지침 (2026학년도 입학생 기준)</a:t>
            </a:r>
            <a:endParaRPr lang="en-US" sz="319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593255"/>
            <a:ext cx="10560050" cy="672009"/>
          </a:xfrm>
          <a:prstGeom prst="roundRect">
            <a:avLst>
              <a:gd name="adj" fmla="val 1275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5050" y="1761530"/>
            <a:ext cx="3810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1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30350" y="1774230"/>
            <a:ext cx="9915398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연간 40시간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이상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과학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/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수학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/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정보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관련 체험활동 (창의적 체험활동 연계)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5975" y="2373213"/>
            <a:ext cx="10560050" cy="672009"/>
          </a:xfrm>
          <a:prstGeom prst="roundRect">
            <a:avLst>
              <a:gd name="adj" fmla="val 1275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35050" y="2541488"/>
            <a:ext cx="3810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2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30350" y="2554188"/>
            <a:ext cx="9915398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3년간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/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교과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에서 총 교과 이수학점의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45% 이상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이수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5975" y="3153172"/>
            <a:ext cx="10560050" cy="1061976"/>
          </a:xfrm>
          <a:prstGeom prst="roundRect">
            <a:avLst>
              <a:gd name="adj" fmla="val 1275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5050" y="3321447"/>
            <a:ext cx="3810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3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30350" y="3281791"/>
            <a:ext cx="9915398" cy="10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공통과목 외 과학 8과목(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일반선택</a:t>
            </a:r>
            <a:r>
              <a:rPr lang="en-US" altLang="ko-KR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진로선택</a:t>
            </a:r>
            <a:r>
              <a:rPr lang="en-US" altLang="ko-KR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융합선택</a:t>
            </a:r>
            <a:r>
              <a:rPr lang="en-US" altLang="ko-KR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, 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과학계열 과목</a:t>
            </a:r>
            <a:r>
              <a:rPr lang="en-US" altLang="ko-KR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) </a:t>
            </a:r>
            <a:r>
              <a:rPr lang="ko-KR" alt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이수</a:t>
            </a:r>
            <a:endParaRPr lang="en-US" sz="2000" dirty="0">
              <a:solidFill>
                <a:srgbClr val="2B2926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IBM Plex Sans KR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20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-</a:t>
            </a:r>
            <a:r>
              <a:rPr lang="en-US" altLang="ko-KR" sz="2000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일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반선택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(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물리학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화학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생명과학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지구과학)은 4개 모두 이수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5975" y="4323098"/>
            <a:ext cx="10560050" cy="672009"/>
          </a:xfrm>
          <a:prstGeom prst="roundRect">
            <a:avLst>
              <a:gd name="adj" fmla="val 1275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35050" y="4491373"/>
            <a:ext cx="3810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4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30350" y="4504073"/>
            <a:ext cx="9915398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공통과목 외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수학 4과목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(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일반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진로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/ </a:t>
            </a:r>
            <a:r>
              <a:rPr lang="en-US" sz="2000" dirty="0" err="1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융합선택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과목) 이수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975" y="5103057"/>
            <a:ext cx="10560050" cy="672009"/>
          </a:xfrm>
          <a:prstGeom prst="roundRect">
            <a:avLst>
              <a:gd name="adj" fmla="val 12757"/>
            </a:avLst>
          </a:prstGeom>
          <a:solidFill>
            <a:srgbClr val="FFFDF8"/>
          </a:solidFill>
          <a:ln w="6350">
            <a:solidFill>
              <a:srgbClr val="DFD5C2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35050" y="5271332"/>
            <a:ext cx="3810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000" dirty="0">
                <a:solidFill>
                  <a:srgbClr val="C1663A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Jua" pitchFamily="34" charset="-120"/>
              </a:rPr>
              <a:t>5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30350" y="5284032"/>
            <a:ext cx="9915398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과학과제 연구 과목을 학교 지정과목으로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4학점 이상</a:t>
            </a:r>
            <a:r>
              <a:rPr lang="en-US" sz="2000" dirty="0">
                <a:solidFill>
                  <a:srgbClr val="2B2926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IBM Plex Sans KR" pitchFamily="34" charset="-120"/>
              </a:rPr>
              <a:t> 운영</a:t>
            </a:r>
            <a:endParaRPr lang="en-US" sz="20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2800" y="627132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경상고등학교 · 2026 입학설명회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6271320"/>
            <a:ext cx="1320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45</a:t>
            </a:r>
            <a:endParaRPr lang="en-US" sz="13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1F8DBDE0-B334-A3B2-1389-304E308BDE94}"/>
              </a:ext>
            </a:extLst>
          </p:cNvPr>
          <p:cNvSpPr/>
          <p:nvPr/>
        </p:nvSpPr>
        <p:spPr>
          <a:xfrm>
            <a:off x="812800" y="48575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kern="0" spc="150" dirty="0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4. </a:t>
            </a:r>
            <a:r>
              <a:rPr lang="ko-KR" altLang="en-US" b="1" kern="0" spc="150" dirty="0" err="1">
                <a:solidFill>
                  <a:srgbClr val="2F6B4F"/>
                </a:solidFill>
                <a:latin typeface="배달의민족 주아 OTF" panose="02020603020101020101" pitchFamily="18" charset="-127"/>
                <a:ea typeface="배달의민족 주아 OTF" panose="02020603020101020101" pitchFamily="18" charset="-127"/>
                <a:cs typeface="IBM Plex Sans KR" pitchFamily="34" charset="-120"/>
              </a:rPr>
              <a:t>과학중점과정</a:t>
            </a:r>
            <a:endParaRPr lang="en-US" dirty="0">
              <a:latin typeface="배달의민족 주아 OTF" panose="02020603020101020101" pitchFamily="18" charset="-127"/>
              <a:ea typeface="배달의민족 주아 OTF" panose="02020603020101020101" pitchFamily="18" charset="-127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E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8195" y="2498030"/>
            <a:ext cx="1059561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3년간의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교육과정 설계</a:t>
            </a:r>
            <a:r>
              <a:rPr 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가</a:t>
            </a:r>
            <a:endParaRPr lang="en-US" sz="4000" dirty="0">
              <a:latin typeface="여기어때 잘난체 2 TTF" pitchFamily="2" charset="-127"/>
              <a:ea typeface="여기어때 잘난체 2 TTF" pitchFamily="2" charset="-127"/>
            </a:endParaRPr>
          </a:p>
          <a:p>
            <a:pPr marL="0" indent="0" algn="ctr">
              <a:lnSpc>
                <a:spcPts val="6200"/>
              </a:lnSpc>
              <a:buNone/>
            </a:pPr>
            <a:r>
              <a:rPr 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곧 결과가 됩니다.</a:t>
            </a:r>
            <a:endParaRPr lang="en-US" sz="4000" dirty="0">
              <a:latin typeface="여기어때 잘난체 2 TTF" pitchFamily="2" charset="-127"/>
              <a:ea typeface="여기어때 잘난체 2 TTF" pitchFamily="2" charset="-127"/>
            </a:endParaRPr>
          </a:p>
          <a:p>
            <a:pPr marL="0" indent="0" algn="ctr">
              <a:lnSpc>
                <a:spcPts val="6200"/>
              </a:lnSpc>
              <a:buNone/>
            </a:pPr>
            <a:r>
              <a:rPr lang="en-US" sz="4000" dirty="0" err="1">
                <a:solidFill>
                  <a:schemeClr val="accent2">
                    <a:lumMod val="75000"/>
                  </a:schemeClr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경상고</a:t>
            </a:r>
            <a:r>
              <a:rPr lang="en-US" sz="40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는</a:t>
            </a:r>
            <a:r>
              <a:rPr 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</a:t>
            </a:r>
            <a:r>
              <a:rPr lang="ko-KR" alt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그 </a:t>
            </a:r>
            <a:r>
              <a:rPr lang="en-US" altLang="ko-KR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3</a:t>
            </a:r>
            <a:r>
              <a:rPr lang="ko-KR" alt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년을 학생과 </a:t>
            </a:r>
            <a:r>
              <a:rPr lang="en-US" sz="4000" dirty="0" err="1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함께</a:t>
            </a:r>
            <a:r>
              <a:rPr lang="en-US" sz="4000" dirty="0">
                <a:solidFill>
                  <a:srgbClr val="1F4032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 합니다.</a:t>
            </a:r>
            <a:endParaRPr lang="en-US" sz="40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F4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경상고등학교 SCHOLA PERFECTA"/>
          <p:cNvPicPr>
            <a:picLocks noChangeAspect="1"/>
          </p:cNvPicPr>
          <p:nvPr/>
        </p:nvPicPr>
        <p:blipFill>
          <a:blip r:embed="rId3"/>
          <a:srcRect t="-142" b="-142"/>
          <a:stretch/>
        </p:blipFill>
        <p:spPr>
          <a:xfrm>
            <a:off x="4699000" y="1658342"/>
            <a:ext cx="2794000" cy="78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5553" y="2674342"/>
            <a:ext cx="5741894" cy="1120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8625"/>
              </a:lnSpc>
              <a:buNone/>
            </a:pPr>
            <a:r>
              <a:rPr lang="en-US" sz="8000" dirty="0">
                <a:solidFill>
                  <a:srgbClr val="FAF6EE"/>
                </a:solidFill>
                <a:latin typeface="여기어때 잘난체 2 TTF" pitchFamily="2" charset="-127"/>
                <a:ea typeface="여기어때 잘난체 2 TTF" pitchFamily="2" charset="-127"/>
                <a:cs typeface="Jua" pitchFamily="34" charset="-120"/>
              </a:rPr>
              <a:t>감사합니다</a:t>
            </a:r>
            <a:endParaRPr lang="en-US" sz="8000" dirty="0">
              <a:latin typeface="여기어때 잘난체 2 TTF" pitchFamily="2" charset="-127"/>
              <a:ea typeface="여기어때 잘난체 2 TTF" pitchFamily="2" charset="-127"/>
            </a:endParaRPr>
          </a:p>
        </p:txBody>
      </p:sp>
      <p:pic>
        <p:nvPicPr>
          <p:cNvPr id="4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24500" y="3998317"/>
            <a:ext cx="1143000" cy="50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4436" y="4277717"/>
            <a:ext cx="28871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kern="0" spc="700" dirty="0">
                <a:solidFill>
                  <a:srgbClr val="A8BCA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 상 고 등 학 교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5AACA0666217B4CB63AC29F13F4641E" ma:contentTypeVersion="9" ma:contentTypeDescription="새 문서를 만듭니다." ma:contentTypeScope="" ma:versionID="27a6eb89169d79d221b58b5f92cdc5f2">
  <xsd:schema xmlns:xsd="http://www.w3.org/2001/XMLSchema" xmlns:xs="http://www.w3.org/2001/XMLSchema" xmlns:p="http://schemas.microsoft.com/office/2006/metadata/properties" xmlns:ns3="05d6956a-00e8-40de-8fdd-4a45ab89b033" targetNamespace="http://schemas.microsoft.com/office/2006/metadata/properties" ma:root="true" ma:fieldsID="4789916bf24f98dd844ccac0efdd7261" ns3:_="">
    <xsd:import namespace="05d6956a-00e8-40de-8fdd-4a45ab89b0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d6956a-00e8-40de-8fdd-4a45ab89b0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D7F454-26AF-458A-B676-E95D82ED08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306A61-A1F1-4DDC-9B30-504A7C22AE24}">
  <ds:schemaRefs>
    <ds:schemaRef ds:uri="http://www.w3.org/XML/1998/namespace"/>
    <ds:schemaRef ds:uri="http://purl.org/dc/terms/"/>
    <ds:schemaRef ds:uri="05d6956a-00e8-40de-8fdd-4a45ab89b033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7F78626-B988-4CCD-A4F5-244C9DDAB2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d6956a-00e8-40de-8fdd-4a45ab89b0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3189</Words>
  <Application>Microsoft Office PowerPoint</Application>
  <PresentationFormat>와이드스크린</PresentationFormat>
  <Paragraphs>947</Paragraphs>
  <Slides>47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63" baseType="lpstr">
      <vt:lpstr>여기어때 잘난체 2 TTF</vt:lpstr>
      <vt:lpstr>배달의민족 한나는 열한살</vt:lpstr>
      <vt:lpstr>배달의민족 주아</vt:lpstr>
      <vt:lpstr>한컴 울주 천전리 각석체</vt:lpstr>
      <vt:lpstr>여기어때 잘난체 2</vt:lpstr>
      <vt:lpstr>배달의민족 한나체 Pro</vt:lpstr>
      <vt:lpstr>Cafe24 PRO Slim Fit</vt:lpstr>
      <vt:lpstr>IBM Plex Sans KR</vt:lpstr>
      <vt:lpstr>Cafe24 PRO Slim Air</vt:lpstr>
      <vt:lpstr>Arial</vt:lpstr>
      <vt:lpstr>Jua</vt:lpstr>
      <vt:lpstr>배달의민족 한나체 Air OTF</vt:lpstr>
      <vt:lpstr>배달의민족 주아 OTF</vt:lpstr>
      <vt:lpstr>한컴 말랑말랑 Regular</vt:lpstr>
      <vt:lpstr>배달의민족 한나체 Pro OTF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고교학점제에 따른 교육과정 설계의 방향 — 2026 경상고 입학설명회</dc:title>
  <dc:subject>PptxGenJS Presentation</dc:subject>
  <dc:creator>PptxGenJS</dc:creator>
  <cp:lastModifiedBy>안원진</cp:lastModifiedBy>
  <cp:revision>8</cp:revision>
  <dcterms:created xsi:type="dcterms:W3CDTF">2026-09-17T11:04:33Z</dcterms:created>
  <dcterms:modified xsi:type="dcterms:W3CDTF">2026-09-19T00:07:53Z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0x01010035AACA0666217B4CB63AC29F13F4641E</vt:lpwstr>
  </property>
</Properties>
</file>